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165FB"/>
    <a:srgbClr val="BF9A4A"/>
    <a:srgbClr val="4E4E4E"/>
    <a:srgbClr val="1E1E1E"/>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autoAdjust="0"/>
  </p:normalViewPr>
  <p:slideViewPr>
    <p:cSldViewPr snapToGrid="0">
      <p:cViewPr>
        <p:scale>
          <a:sx n="66" d="100"/>
          <a:sy n="66" d="100"/>
        </p:scale>
        <p:origin x="1330" y="451"/>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E8FE8A3-17A6-557F-9879-EA069734DC4E}"/>
              </a:ext>
            </a:extLst>
          </p:cNvPr>
          <p:cNvSpPr>
            <a:spLocks noGrp="1"/>
          </p:cNvSpPr>
          <p:nvPr>
            <p:ph type="dt" sz="half" idx="10"/>
          </p:nvPr>
        </p:nvSpPr>
        <p:spPr/>
        <p:txBody>
          <a:bodyPr/>
          <a:lstStyle/>
          <a:p>
            <a:fld id="{E8723EAC-D4E7-4228-9A84-332E99D77BC1}" type="datetimeFigureOut">
              <a:rPr lang="en-IN" smtClean="0"/>
              <a:t>31-03-2026</a:t>
            </a:fld>
            <a:endParaRPr lang="en-IN"/>
          </a:p>
        </p:txBody>
      </p:sp>
      <p:sp>
        <p:nvSpPr>
          <p:cNvPr id="5" name="Footer Placeholder 4">
            <a:extLst>
              <a:ext uri="{FF2B5EF4-FFF2-40B4-BE49-F238E27FC236}">
                <a16:creationId xmlns:a16="http://schemas.microsoft.com/office/drawing/2014/main" id="{535A455F-6C24-3CD2-A93E-8D1A1D591A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E87E0C-34DF-7021-8F92-59AB73332705}"/>
              </a:ext>
            </a:extLst>
          </p:cNvPr>
          <p:cNvSpPr>
            <a:spLocks noGrp="1"/>
          </p:cNvSpPr>
          <p:nvPr>
            <p:ph type="sldNum" sz="quarter" idx="12"/>
          </p:nvPr>
        </p:nvSpPr>
        <p:spPr/>
        <p:txBody>
          <a:bodyPr/>
          <a:lstStyle/>
          <a:p>
            <a:fld id="{5134D388-15AE-49C1-9B5A-3A1FE681967C}" type="slidenum">
              <a:rPr lang="en-IN" smtClean="0"/>
              <a:t>‹#›</a:t>
            </a:fld>
            <a:endParaRPr lang="en-IN"/>
          </a:p>
        </p:txBody>
      </p:sp>
    </p:spTree>
    <p:extLst>
      <p:ext uri="{BB962C8B-B14F-4D97-AF65-F5344CB8AC3E}">
        <p14:creationId xmlns:p14="http://schemas.microsoft.com/office/powerpoint/2010/main" val="2867953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7D064-7A6A-4BF2-F863-1DD4D32F55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0120055-5F50-83F9-BE1B-E29F859B25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8080B2-086F-FF30-09A2-E21508518BE9}"/>
              </a:ext>
            </a:extLst>
          </p:cNvPr>
          <p:cNvSpPr>
            <a:spLocks noGrp="1"/>
          </p:cNvSpPr>
          <p:nvPr>
            <p:ph type="dt" sz="half" idx="10"/>
          </p:nvPr>
        </p:nvSpPr>
        <p:spPr/>
        <p:txBody>
          <a:bodyPr/>
          <a:lstStyle/>
          <a:p>
            <a:fld id="{E8723EAC-D4E7-4228-9A84-332E99D77BC1}" type="datetimeFigureOut">
              <a:rPr lang="en-IN" smtClean="0"/>
              <a:t>31-03-2026</a:t>
            </a:fld>
            <a:endParaRPr lang="en-IN"/>
          </a:p>
        </p:txBody>
      </p:sp>
      <p:sp>
        <p:nvSpPr>
          <p:cNvPr id="5" name="Footer Placeholder 4">
            <a:extLst>
              <a:ext uri="{FF2B5EF4-FFF2-40B4-BE49-F238E27FC236}">
                <a16:creationId xmlns:a16="http://schemas.microsoft.com/office/drawing/2014/main" id="{631A7811-10DB-2BF8-D845-F3F240B026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C2B0F2-2A45-BF5E-5A73-EED39FBB987B}"/>
              </a:ext>
            </a:extLst>
          </p:cNvPr>
          <p:cNvSpPr>
            <a:spLocks noGrp="1"/>
          </p:cNvSpPr>
          <p:nvPr>
            <p:ph type="sldNum" sz="quarter" idx="12"/>
          </p:nvPr>
        </p:nvSpPr>
        <p:spPr/>
        <p:txBody>
          <a:bodyPr/>
          <a:lstStyle/>
          <a:p>
            <a:fld id="{5134D388-15AE-49C1-9B5A-3A1FE681967C}" type="slidenum">
              <a:rPr lang="en-IN" smtClean="0"/>
              <a:t>‹#›</a:t>
            </a:fld>
            <a:endParaRPr lang="en-IN"/>
          </a:p>
        </p:txBody>
      </p:sp>
    </p:spTree>
    <p:extLst>
      <p:ext uri="{BB962C8B-B14F-4D97-AF65-F5344CB8AC3E}">
        <p14:creationId xmlns:p14="http://schemas.microsoft.com/office/powerpoint/2010/main" val="179321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7BA5F-57FE-787F-1516-1A98959FCB13}"/>
              </a:ext>
            </a:extLst>
          </p:cNvPr>
          <p:cNvSpPr>
            <a:spLocks noGrp="1"/>
          </p:cNvSpPr>
          <p:nvPr>
            <p:ph type="title"/>
          </p:nvPr>
        </p:nvSpPr>
        <p:spPr>
          <a:xfrm>
            <a:off x="831853"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B00AE09-CB1A-B61B-BB9B-ED80054770A7}"/>
              </a:ext>
            </a:extLst>
          </p:cNvPr>
          <p:cNvSpPr>
            <a:spLocks noGrp="1"/>
          </p:cNvSpPr>
          <p:nvPr>
            <p:ph type="body" idx="1"/>
          </p:nvPr>
        </p:nvSpPr>
        <p:spPr>
          <a:xfrm>
            <a:off x="831853" y="4589465"/>
            <a:ext cx="10515600" cy="1500187"/>
          </a:xfrm>
        </p:spPr>
        <p:txBody>
          <a:bodyPr/>
          <a:lstStyle>
            <a:lvl1pPr marL="0" indent="0">
              <a:buNone/>
              <a:defRPr sz="2400">
                <a:solidFill>
                  <a:schemeClr val="tx1">
                    <a:tint val="75000"/>
                  </a:schemeClr>
                </a:solidFill>
              </a:defRPr>
            </a:lvl1pPr>
            <a:lvl2pPr marL="457211" indent="0">
              <a:buNone/>
              <a:defRPr sz="2000">
                <a:solidFill>
                  <a:schemeClr val="tx1">
                    <a:tint val="75000"/>
                  </a:schemeClr>
                </a:solidFill>
              </a:defRPr>
            </a:lvl2pPr>
            <a:lvl3pPr marL="914422" indent="0">
              <a:buNone/>
              <a:defRPr sz="1801">
                <a:solidFill>
                  <a:schemeClr val="tx1">
                    <a:tint val="75000"/>
                  </a:schemeClr>
                </a:solidFill>
              </a:defRPr>
            </a:lvl3pPr>
            <a:lvl4pPr marL="1371635" indent="0">
              <a:buNone/>
              <a:defRPr sz="1600">
                <a:solidFill>
                  <a:schemeClr val="tx1">
                    <a:tint val="75000"/>
                  </a:schemeClr>
                </a:solidFill>
              </a:defRPr>
            </a:lvl4pPr>
            <a:lvl5pPr marL="1828846" indent="0">
              <a:buNone/>
              <a:defRPr sz="1600">
                <a:solidFill>
                  <a:schemeClr val="tx1">
                    <a:tint val="75000"/>
                  </a:schemeClr>
                </a:solidFill>
              </a:defRPr>
            </a:lvl5pPr>
            <a:lvl6pPr marL="2286057" indent="0">
              <a:buNone/>
              <a:defRPr sz="1600">
                <a:solidFill>
                  <a:schemeClr val="tx1">
                    <a:tint val="75000"/>
                  </a:schemeClr>
                </a:solidFill>
              </a:defRPr>
            </a:lvl6pPr>
            <a:lvl7pPr marL="2743268" indent="0">
              <a:buNone/>
              <a:defRPr sz="1600">
                <a:solidFill>
                  <a:schemeClr val="tx1">
                    <a:tint val="75000"/>
                  </a:schemeClr>
                </a:solidFill>
              </a:defRPr>
            </a:lvl7pPr>
            <a:lvl8pPr marL="3200481" indent="0">
              <a:buNone/>
              <a:defRPr sz="1600">
                <a:solidFill>
                  <a:schemeClr val="tx1">
                    <a:tint val="75000"/>
                  </a:schemeClr>
                </a:solidFill>
              </a:defRPr>
            </a:lvl8pPr>
            <a:lvl9pPr marL="3657692"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DE7495-4E68-CC69-CCD1-3BFBD7FAB568}"/>
              </a:ext>
            </a:extLst>
          </p:cNvPr>
          <p:cNvSpPr>
            <a:spLocks noGrp="1"/>
          </p:cNvSpPr>
          <p:nvPr>
            <p:ph type="dt" sz="half" idx="10"/>
          </p:nvPr>
        </p:nvSpPr>
        <p:spPr/>
        <p:txBody>
          <a:bodyPr/>
          <a:lstStyle/>
          <a:p>
            <a:fld id="{E8723EAC-D4E7-4228-9A84-332E99D77BC1}" type="datetimeFigureOut">
              <a:rPr lang="en-IN" smtClean="0"/>
              <a:t>31-03-2026</a:t>
            </a:fld>
            <a:endParaRPr lang="en-IN"/>
          </a:p>
        </p:txBody>
      </p:sp>
      <p:sp>
        <p:nvSpPr>
          <p:cNvPr id="5" name="Footer Placeholder 4">
            <a:extLst>
              <a:ext uri="{FF2B5EF4-FFF2-40B4-BE49-F238E27FC236}">
                <a16:creationId xmlns:a16="http://schemas.microsoft.com/office/drawing/2014/main" id="{03369B33-E90F-E147-3DE2-14B8BFCA08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661B46-B417-4D5C-C77E-DCB5D630F56B}"/>
              </a:ext>
            </a:extLst>
          </p:cNvPr>
          <p:cNvSpPr>
            <a:spLocks noGrp="1"/>
          </p:cNvSpPr>
          <p:nvPr>
            <p:ph type="sldNum" sz="quarter" idx="12"/>
          </p:nvPr>
        </p:nvSpPr>
        <p:spPr/>
        <p:txBody>
          <a:bodyPr/>
          <a:lstStyle/>
          <a:p>
            <a:fld id="{5134D388-15AE-49C1-9B5A-3A1FE681967C}" type="slidenum">
              <a:rPr lang="en-IN" smtClean="0"/>
              <a:t>‹#›</a:t>
            </a:fld>
            <a:endParaRPr lang="en-IN"/>
          </a:p>
        </p:txBody>
      </p:sp>
    </p:spTree>
    <p:extLst>
      <p:ext uri="{BB962C8B-B14F-4D97-AF65-F5344CB8AC3E}">
        <p14:creationId xmlns:p14="http://schemas.microsoft.com/office/powerpoint/2010/main" val="2659227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4613C-E923-AF5E-F5C5-9336538889C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89BD5DD-F467-FD41-DB56-62FBB1E2D099}"/>
              </a:ext>
            </a:extLst>
          </p:cNvPr>
          <p:cNvSpPr>
            <a:spLocks noGrp="1"/>
          </p:cNvSpPr>
          <p:nvPr>
            <p:ph sz="half" idx="1"/>
          </p:nvPr>
        </p:nvSpPr>
        <p:spPr>
          <a:xfrm>
            <a:off x="838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71F7FD5-87FB-9F1D-6C97-453D44DE17F4}"/>
              </a:ext>
            </a:extLst>
          </p:cNvPr>
          <p:cNvSpPr>
            <a:spLocks noGrp="1"/>
          </p:cNvSpPr>
          <p:nvPr>
            <p:ph sz="half" idx="2"/>
          </p:nvPr>
        </p:nvSpPr>
        <p:spPr>
          <a:xfrm>
            <a:off x="6172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0A7AECD-0477-0375-4B67-72914F1798D6}"/>
              </a:ext>
            </a:extLst>
          </p:cNvPr>
          <p:cNvSpPr>
            <a:spLocks noGrp="1"/>
          </p:cNvSpPr>
          <p:nvPr>
            <p:ph type="dt" sz="half" idx="10"/>
          </p:nvPr>
        </p:nvSpPr>
        <p:spPr/>
        <p:txBody>
          <a:bodyPr/>
          <a:lstStyle/>
          <a:p>
            <a:fld id="{E8723EAC-D4E7-4228-9A84-332E99D77BC1}" type="datetimeFigureOut">
              <a:rPr lang="en-IN" smtClean="0"/>
              <a:t>31-03-2026</a:t>
            </a:fld>
            <a:endParaRPr lang="en-IN"/>
          </a:p>
        </p:txBody>
      </p:sp>
      <p:sp>
        <p:nvSpPr>
          <p:cNvPr id="6" name="Footer Placeholder 5">
            <a:extLst>
              <a:ext uri="{FF2B5EF4-FFF2-40B4-BE49-F238E27FC236}">
                <a16:creationId xmlns:a16="http://schemas.microsoft.com/office/drawing/2014/main" id="{3200C149-9D54-952A-53A9-DB52591C38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FC5F12-AD08-7436-1A7E-451A83B8F612}"/>
              </a:ext>
            </a:extLst>
          </p:cNvPr>
          <p:cNvSpPr>
            <a:spLocks noGrp="1"/>
          </p:cNvSpPr>
          <p:nvPr>
            <p:ph type="sldNum" sz="quarter" idx="12"/>
          </p:nvPr>
        </p:nvSpPr>
        <p:spPr/>
        <p:txBody>
          <a:bodyPr/>
          <a:lstStyle/>
          <a:p>
            <a:fld id="{5134D388-15AE-49C1-9B5A-3A1FE681967C}" type="slidenum">
              <a:rPr lang="en-IN" smtClean="0"/>
              <a:t>‹#›</a:t>
            </a:fld>
            <a:endParaRPr lang="en-IN"/>
          </a:p>
        </p:txBody>
      </p:sp>
    </p:spTree>
    <p:extLst>
      <p:ext uri="{BB962C8B-B14F-4D97-AF65-F5344CB8AC3E}">
        <p14:creationId xmlns:p14="http://schemas.microsoft.com/office/powerpoint/2010/main" val="1178836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B3878-A7FA-4B95-1EF0-D0C56BB4C0C3}"/>
              </a:ext>
            </a:extLst>
          </p:cNvPr>
          <p:cNvSpPr>
            <a:spLocks noGrp="1"/>
          </p:cNvSpPr>
          <p:nvPr>
            <p:ph type="title"/>
          </p:nvPr>
        </p:nvSpPr>
        <p:spPr>
          <a:xfrm>
            <a:off x="839789" y="365127"/>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0B3B07-D47D-97B0-410F-AA5CE9098571}"/>
              </a:ext>
            </a:extLst>
          </p:cNvPr>
          <p:cNvSpPr>
            <a:spLocks noGrp="1"/>
          </p:cNvSpPr>
          <p:nvPr>
            <p:ph type="body" idx="1"/>
          </p:nvPr>
        </p:nvSpPr>
        <p:spPr>
          <a:xfrm>
            <a:off x="839791" y="1681164"/>
            <a:ext cx="5157787" cy="823912"/>
          </a:xfrm>
        </p:spPr>
        <p:txBody>
          <a:bodyPr anchor="b"/>
          <a:lstStyle>
            <a:lvl1pPr marL="0" indent="0">
              <a:buNone/>
              <a:defRPr sz="2400" b="1"/>
            </a:lvl1pPr>
            <a:lvl2pPr marL="457211" indent="0">
              <a:buNone/>
              <a:defRPr sz="2000" b="1"/>
            </a:lvl2pPr>
            <a:lvl3pPr marL="914422" indent="0">
              <a:buNone/>
              <a:defRPr sz="1801" b="1"/>
            </a:lvl3pPr>
            <a:lvl4pPr marL="1371635" indent="0">
              <a:buNone/>
              <a:defRPr sz="1600" b="1"/>
            </a:lvl4pPr>
            <a:lvl5pPr marL="1828846" indent="0">
              <a:buNone/>
              <a:defRPr sz="1600" b="1"/>
            </a:lvl5pPr>
            <a:lvl6pPr marL="2286057" indent="0">
              <a:buNone/>
              <a:defRPr sz="1600" b="1"/>
            </a:lvl6pPr>
            <a:lvl7pPr marL="2743268" indent="0">
              <a:buNone/>
              <a:defRPr sz="1600" b="1"/>
            </a:lvl7pPr>
            <a:lvl8pPr marL="3200481" indent="0">
              <a:buNone/>
              <a:defRPr sz="1600" b="1"/>
            </a:lvl8pPr>
            <a:lvl9pPr marL="3657692"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21C4C3-39BA-53A1-1412-98DC8AF16CE8}"/>
              </a:ext>
            </a:extLst>
          </p:cNvPr>
          <p:cNvSpPr>
            <a:spLocks noGrp="1"/>
          </p:cNvSpPr>
          <p:nvPr>
            <p:ph sz="half" idx="2"/>
          </p:nvPr>
        </p:nvSpPr>
        <p:spPr>
          <a:xfrm>
            <a:off x="839791" y="2505076"/>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30B38C5-E84B-A894-3F4A-DF0F0ECEA36C}"/>
              </a:ext>
            </a:extLst>
          </p:cNvPr>
          <p:cNvSpPr>
            <a:spLocks noGrp="1"/>
          </p:cNvSpPr>
          <p:nvPr>
            <p:ph type="body" sz="quarter" idx="3"/>
          </p:nvPr>
        </p:nvSpPr>
        <p:spPr>
          <a:xfrm>
            <a:off x="6172203" y="1681164"/>
            <a:ext cx="5183188" cy="823912"/>
          </a:xfrm>
        </p:spPr>
        <p:txBody>
          <a:bodyPr anchor="b"/>
          <a:lstStyle>
            <a:lvl1pPr marL="0" indent="0">
              <a:buNone/>
              <a:defRPr sz="2400" b="1"/>
            </a:lvl1pPr>
            <a:lvl2pPr marL="457211" indent="0">
              <a:buNone/>
              <a:defRPr sz="2000" b="1"/>
            </a:lvl2pPr>
            <a:lvl3pPr marL="914422" indent="0">
              <a:buNone/>
              <a:defRPr sz="1801" b="1"/>
            </a:lvl3pPr>
            <a:lvl4pPr marL="1371635" indent="0">
              <a:buNone/>
              <a:defRPr sz="1600" b="1"/>
            </a:lvl4pPr>
            <a:lvl5pPr marL="1828846" indent="0">
              <a:buNone/>
              <a:defRPr sz="1600" b="1"/>
            </a:lvl5pPr>
            <a:lvl6pPr marL="2286057" indent="0">
              <a:buNone/>
              <a:defRPr sz="1600" b="1"/>
            </a:lvl6pPr>
            <a:lvl7pPr marL="2743268" indent="0">
              <a:buNone/>
              <a:defRPr sz="1600" b="1"/>
            </a:lvl7pPr>
            <a:lvl8pPr marL="3200481" indent="0">
              <a:buNone/>
              <a:defRPr sz="1600" b="1"/>
            </a:lvl8pPr>
            <a:lvl9pPr marL="3657692"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87BE57-87A8-CBD2-68AD-946A9B9C4725}"/>
              </a:ext>
            </a:extLst>
          </p:cNvPr>
          <p:cNvSpPr>
            <a:spLocks noGrp="1"/>
          </p:cNvSpPr>
          <p:nvPr>
            <p:ph sz="quarter" idx="4"/>
          </p:nvPr>
        </p:nvSpPr>
        <p:spPr>
          <a:xfrm>
            <a:off x="6172203" y="2505076"/>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F7FD62D-1498-8874-4FB2-17F5C9E5F4A3}"/>
              </a:ext>
            </a:extLst>
          </p:cNvPr>
          <p:cNvSpPr>
            <a:spLocks noGrp="1"/>
          </p:cNvSpPr>
          <p:nvPr>
            <p:ph type="dt" sz="half" idx="10"/>
          </p:nvPr>
        </p:nvSpPr>
        <p:spPr/>
        <p:txBody>
          <a:bodyPr/>
          <a:lstStyle/>
          <a:p>
            <a:fld id="{E8723EAC-D4E7-4228-9A84-332E99D77BC1}" type="datetimeFigureOut">
              <a:rPr lang="en-IN" smtClean="0"/>
              <a:t>31-03-2026</a:t>
            </a:fld>
            <a:endParaRPr lang="en-IN"/>
          </a:p>
        </p:txBody>
      </p:sp>
      <p:sp>
        <p:nvSpPr>
          <p:cNvPr id="8" name="Footer Placeholder 7">
            <a:extLst>
              <a:ext uri="{FF2B5EF4-FFF2-40B4-BE49-F238E27FC236}">
                <a16:creationId xmlns:a16="http://schemas.microsoft.com/office/drawing/2014/main" id="{51470774-3D1B-DBCF-F306-E44F5873034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CA33D26-CA13-46B3-8D9A-C9AA9F82E5F0}"/>
              </a:ext>
            </a:extLst>
          </p:cNvPr>
          <p:cNvSpPr>
            <a:spLocks noGrp="1"/>
          </p:cNvSpPr>
          <p:nvPr>
            <p:ph type="sldNum" sz="quarter" idx="12"/>
          </p:nvPr>
        </p:nvSpPr>
        <p:spPr/>
        <p:txBody>
          <a:bodyPr/>
          <a:lstStyle/>
          <a:p>
            <a:fld id="{5134D388-15AE-49C1-9B5A-3A1FE681967C}" type="slidenum">
              <a:rPr lang="en-IN" smtClean="0"/>
              <a:t>‹#›</a:t>
            </a:fld>
            <a:endParaRPr lang="en-IN"/>
          </a:p>
        </p:txBody>
      </p:sp>
    </p:spTree>
    <p:extLst>
      <p:ext uri="{BB962C8B-B14F-4D97-AF65-F5344CB8AC3E}">
        <p14:creationId xmlns:p14="http://schemas.microsoft.com/office/powerpoint/2010/main" val="1654129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7002B-6983-C934-A6EA-46E66E4320D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F8ADDEA-FB88-6153-D7EC-4E5E0FDF1787}"/>
              </a:ext>
            </a:extLst>
          </p:cNvPr>
          <p:cNvSpPr>
            <a:spLocks noGrp="1"/>
          </p:cNvSpPr>
          <p:nvPr>
            <p:ph type="dt" sz="half" idx="10"/>
          </p:nvPr>
        </p:nvSpPr>
        <p:spPr/>
        <p:txBody>
          <a:bodyPr/>
          <a:lstStyle/>
          <a:p>
            <a:fld id="{E8723EAC-D4E7-4228-9A84-332E99D77BC1}" type="datetimeFigureOut">
              <a:rPr lang="en-IN" smtClean="0"/>
              <a:t>31-03-2026</a:t>
            </a:fld>
            <a:endParaRPr lang="en-IN"/>
          </a:p>
        </p:txBody>
      </p:sp>
      <p:sp>
        <p:nvSpPr>
          <p:cNvPr id="4" name="Footer Placeholder 3">
            <a:extLst>
              <a:ext uri="{FF2B5EF4-FFF2-40B4-BE49-F238E27FC236}">
                <a16:creationId xmlns:a16="http://schemas.microsoft.com/office/drawing/2014/main" id="{483F1CCB-DDCC-E1FA-FD1E-194FC01261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FF2EF77-8DE9-8685-CC85-50C98F331C36}"/>
              </a:ext>
            </a:extLst>
          </p:cNvPr>
          <p:cNvSpPr>
            <a:spLocks noGrp="1"/>
          </p:cNvSpPr>
          <p:nvPr>
            <p:ph type="sldNum" sz="quarter" idx="12"/>
          </p:nvPr>
        </p:nvSpPr>
        <p:spPr/>
        <p:txBody>
          <a:bodyPr/>
          <a:lstStyle/>
          <a:p>
            <a:fld id="{5134D388-15AE-49C1-9B5A-3A1FE681967C}" type="slidenum">
              <a:rPr lang="en-IN" smtClean="0"/>
              <a:t>‹#›</a:t>
            </a:fld>
            <a:endParaRPr lang="en-IN"/>
          </a:p>
        </p:txBody>
      </p:sp>
    </p:spTree>
    <p:extLst>
      <p:ext uri="{BB962C8B-B14F-4D97-AF65-F5344CB8AC3E}">
        <p14:creationId xmlns:p14="http://schemas.microsoft.com/office/powerpoint/2010/main" val="40065864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6E70CE-814B-499F-71C9-AC8B523F6D30}"/>
              </a:ext>
            </a:extLst>
          </p:cNvPr>
          <p:cNvSpPr>
            <a:spLocks noGrp="1"/>
          </p:cNvSpPr>
          <p:nvPr>
            <p:ph type="dt" sz="half" idx="10"/>
          </p:nvPr>
        </p:nvSpPr>
        <p:spPr/>
        <p:txBody>
          <a:bodyPr/>
          <a:lstStyle/>
          <a:p>
            <a:fld id="{E8723EAC-D4E7-4228-9A84-332E99D77BC1}" type="datetimeFigureOut">
              <a:rPr lang="en-IN" smtClean="0"/>
              <a:t>31-03-2026</a:t>
            </a:fld>
            <a:endParaRPr lang="en-IN"/>
          </a:p>
        </p:txBody>
      </p:sp>
      <p:sp>
        <p:nvSpPr>
          <p:cNvPr id="3" name="Footer Placeholder 2">
            <a:extLst>
              <a:ext uri="{FF2B5EF4-FFF2-40B4-BE49-F238E27FC236}">
                <a16:creationId xmlns:a16="http://schemas.microsoft.com/office/drawing/2014/main" id="{110CB16A-99E3-AACA-B71A-B2DC4FC9C32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A7E3D17-A208-7CF7-A951-31D014AA350F}"/>
              </a:ext>
            </a:extLst>
          </p:cNvPr>
          <p:cNvSpPr>
            <a:spLocks noGrp="1"/>
          </p:cNvSpPr>
          <p:nvPr>
            <p:ph type="sldNum" sz="quarter" idx="12"/>
          </p:nvPr>
        </p:nvSpPr>
        <p:spPr/>
        <p:txBody>
          <a:bodyPr/>
          <a:lstStyle/>
          <a:p>
            <a:fld id="{5134D388-15AE-49C1-9B5A-3A1FE681967C}" type="slidenum">
              <a:rPr lang="en-IN" smtClean="0"/>
              <a:t>‹#›</a:t>
            </a:fld>
            <a:endParaRPr lang="en-IN"/>
          </a:p>
        </p:txBody>
      </p:sp>
    </p:spTree>
    <p:extLst>
      <p:ext uri="{BB962C8B-B14F-4D97-AF65-F5344CB8AC3E}">
        <p14:creationId xmlns:p14="http://schemas.microsoft.com/office/powerpoint/2010/main" val="2825559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3BC86-D8EF-E92B-1E63-CC14EB817A0B}"/>
              </a:ext>
            </a:extLst>
          </p:cNvPr>
          <p:cNvSpPr>
            <a:spLocks noGrp="1"/>
          </p:cNvSpPr>
          <p:nvPr>
            <p:ph type="title"/>
          </p:nvPr>
        </p:nvSpPr>
        <p:spPr>
          <a:xfrm>
            <a:off x="839791" y="457200"/>
            <a:ext cx="3932236"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1F40ED0-DBD7-2E16-C1BE-4EE76BB57951}"/>
              </a:ext>
            </a:extLst>
          </p:cNvPr>
          <p:cNvSpPr>
            <a:spLocks noGrp="1"/>
          </p:cNvSpPr>
          <p:nvPr>
            <p:ph idx="1"/>
          </p:nvPr>
        </p:nvSpPr>
        <p:spPr>
          <a:xfrm>
            <a:off x="5183190" y="987427"/>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9D21EDD-B386-3702-868B-322C5DE699F6}"/>
              </a:ext>
            </a:extLst>
          </p:cNvPr>
          <p:cNvSpPr>
            <a:spLocks noGrp="1"/>
          </p:cNvSpPr>
          <p:nvPr>
            <p:ph type="body" sz="half" idx="2"/>
          </p:nvPr>
        </p:nvSpPr>
        <p:spPr>
          <a:xfrm>
            <a:off x="839791" y="2057400"/>
            <a:ext cx="3932236" cy="3811588"/>
          </a:xfrm>
        </p:spPr>
        <p:txBody>
          <a:bodyPr/>
          <a:lstStyle>
            <a:lvl1pPr marL="0" indent="0">
              <a:buNone/>
              <a:defRPr sz="1600"/>
            </a:lvl1pPr>
            <a:lvl2pPr marL="457211" indent="0">
              <a:buNone/>
              <a:defRPr sz="1401"/>
            </a:lvl2pPr>
            <a:lvl3pPr marL="914422" indent="0">
              <a:buNone/>
              <a:defRPr sz="1200"/>
            </a:lvl3pPr>
            <a:lvl4pPr marL="1371635" indent="0">
              <a:buNone/>
              <a:defRPr sz="1001"/>
            </a:lvl4pPr>
            <a:lvl5pPr marL="1828846" indent="0">
              <a:buNone/>
              <a:defRPr sz="1001"/>
            </a:lvl5pPr>
            <a:lvl6pPr marL="2286057" indent="0">
              <a:buNone/>
              <a:defRPr sz="1001"/>
            </a:lvl6pPr>
            <a:lvl7pPr marL="2743268" indent="0">
              <a:buNone/>
              <a:defRPr sz="1001"/>
            </a:lvl7pPr>
            <a:lvl8pPr marL="3200481" indent="0">
              <a:buNone/>
              <a:defRPr sz="1001"/>
            </a:lvl8pPr>
            <a:lvl9pPr marL="3657692" indent="0">
              <a:buNone/>
              <a:defRPr sz="1001"/>
            </a:lvl9pPr>
          </a:lstStyle>
          <a:p>
            <a:pPr lvl="0"/>
            <a:r>
              <a:rPr lang="en-US"/>
              <a:t>Click to edit Master text styles</a:t>
            </a:r>
          </a:p>
        </p:txBody>
      </p:sp>
      <p:sp>
        <p:nvSpPr>
          <p:cNvPr id="5" name="Date Placeholder 4">
            <a:extLst>
              <a:ext uri="{FF2B5EF4-FFF2-40B4-BE49-F238E27FC236}">
                <a16:creationId xmlns:a16="http://schemas.microsoft.com/office/drawing/2014/main" id="{A0D2A948-E959-410C-A93C-B27310D5F9AC}"/>
              </a:ext>
            </a:extLst>
          </p:cNvPr>
          <p:cNvSpPr>
            <a:spLocks noGrp="1"/>
          </p:cNvSpPr>
          <p:nvPr>
            <p:ph type="dt" sz="half" idx="10"/>
          </p:nvPr>
        </p:nvSpPr>
        <p:spPr/>
        <p:txBody>
          <a:bodyPr/>
          <a:lstStyle/>
          <a:p>
            <a:fld id="{E8723EAC-D4E7-4228-9A84-332E99D77BC1}" type="datetimeFigureOut">
              <a:rPr lang="en-IN" smtClean="0"/>
              <a:t>31-03-2026</a:t>
            </a:fld>
            <a:endParaRPr lang="en-IN"/>
          </a:p>
        </p:txBody>
      </p:sp>
      <p:sp>
        <p:nvSpPr>
          <p:cNvPr id="6" name="Footer Placeholder 5">
            <a:extLst>
              <a:ext uri="{FF2B5EF4-FFF2-40B4-BE49-F238E27FC236}">
                <a16:creationId xmlns:a16="http://schemas.microsoft.com/office/drawing/2014/main" id="{CBBE68B8-5FDD-20D9-3536-EF75C985CC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BDABBF-B140-E82D-FD64-24E998B9D01D}"/>
              </a:ext>
            </a:extLst>
          </p:cNvPr>
          <p:cNvSpPr>
            <a:spLocks noGrp="1"/>
          </p:cNvSpPr>
          <p:nvPr>
            <p:ph type="sldNum" sz="quarter" idx="12"/>
          </p:nvPr>
        </p:nvSpPr>
        <p:spPr/>
        <p:txBody>
          <a:bodyPr/>
          <a:lstStyle/>
          <a:p>
            <a:fld id="{5134D388-15AE-49C1-9B5A-3A1FE681967C}" type="slidenum">
              <a:rPr lang="en-IN" smtClean="0"/>
              <a:t>‹#›</a:t>
            </a:fld>
            <a:endParaRPr lang="en-IN"/>
          </a:p>
        </p:txBody>
      </p:sp>
    </p:spTree>
    <p:extLst>
      <p:ext uri="{BB962C8B-B14F-4D97-AF65-F5344CB8AC3E}">
        <p14:creationId xmlns:p14="http://schemas.microsoft.com/office/powerpoint/2010/main" val="628660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4BD9B-D029-EF7F-6E21-98C98E2645EF}"/>
              </a:ext>
            </a:extLst>
          </p:cNvPr>
          <p:cNvSpPr>
            <a:spLocks noGrp="1"/>
          </p:cNvSpPr>
          <p:nvPr>
            <p:ph type="title"/>
          </p:nvPr>
        </p:nvSpPr>
        <p:spPr>
          <a:xfrm>
            <a:off x="839791" y="457200"/>
            <a:ext cx="3932236"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0F55D29-CC1B-D4A6-AE8F-E786A7E4D562}"/>
              </a:ext>
            </a:extLst>
          </p:cNvPr>
          <p:cNvSpPr>
            <a:spLocks noGrp="1"/>
          </p:cNvSpPr>
          <p:nvPr>
            <p:ph type="pic" idx="1"/>
          </p:nvPr>
        </p:nvSpPr>
        <p:spPr>
          <a:xfrm>
            <a:off x="5183190" y="987427"/>
            <a:ext cx="6172201" cy="4873625"/>
          </a:xfrm>
        </p:spPr>
        <p:txBody>
          <a:bodyPr/>
          <a:lstStyle>
            <a:lvl1pPr marL="0" indent="0">
              <a:buNone/>
              <a:defRPr sz="3200"/>
            </a:lvl1pPr>
            <a:lvl2pPr marL="457211" indent="0">
              <a:buNone/>
              <a:defRPr sz="2800"/>
            </a:lvl2pPr>
            <a:lvl3pPr marL="914422" indent="0">
              <a:buNone/>
              <a:defRPr sz="2400"/>
            </a:lvl3pPr>
            <a:lvl4pPr marL="1371635" indent="0">
              <a:buNone/>
              <a:defRPr sz="2000"/>
            </a:lvl4pPr>
            <a:lvl5pPr marL="1828846" indent="0">
              <a:buNone/>
              <a:defRPr sz="2000"/>
            </a:lvl5pPr>
            <a:lvl6pPr marL="2286057" indent="0">
              <a:buNone/>
              <a:defRPr sz="2000"/>
            </a:lvl6pPr>
            <a:lvl7pPr marL="2743268" indent="0">
              <a:buNone/>
              <a:defRPr sz="2000"/>
            </a:lvl7pPr>
            <a:lvl8pPr marL="3200481" indent="0">
              <a:buNone/>
              <a:defRPr sz="2000"/>
            </a:lvl8pPr>
            <a:lvl9pPr marL="3657692" indent="0">
              <a:buNone/>
              <a:defRPr sz="2000"/>
            </a:lvl9pPr>
          </a:lstStyle>
          <a:p>
            <a:endParaRPr lang="en-IN"/>
          </a:p>
        </p:txBody>
      </p:sp>
      <p:sp>
        <p:nvSpPr>
          <p:cNvPr id="4" name="Text Placeholder 3">
            <a:extLst>
              <a:ext uri="{FF2B5EF4-FFF2-40B4-BE49-F238E27FC236}">
                <a16:creationId xmlns:a16="http://schemas.microsoft.com/office/drawing/2014/main" id="{F166291D-BA8C-8BC2-37D0-3C09230C67A4}"/>
              </a:ext>
            </a:extLst>
          </p:cNvPr>
          <p:cNvSpPr>
            <a:spLocks noGrp="1"/>
          </p:cNvSpPr>
          <p:nvPr>
            <p:ph type="body" sz="half" idx="2"/>
          </p:nvPr>
        </p:nvSpPr>
        <p:spPr>
          <a:xfrm>
            <a:off x="839791" y="2057400"/>
            <a:ext cx="3932236" cy="3811588"/>
          </a:xfrm>
        </p:spPr>
        <p:txBody>
          <a:bodyPr/>
          <a:lstStyle>
            <a:lvl1pPr marL="0" indent="0">
              <a:buNone/>
              <a:defRPr sz="1600"/>
            </a:lvl1pPr>
            <a:lvl2pPr marL="457211" indent="0">
              <a:buNone/>
              <a:defRPr sz="1401"/>
            </a:lvl2pPr>
            <a:lvl3pPr marL="914422" indent="0">
              <a:buNone/>
              <a:defRPr sz="1200"/>
            </a:lvl3pPr>
            <a:lvl4pPr marL="1371635" indent="0">
              <a:buNone/>
              <a:defRPr sz="1001"/>
            </a:lvl4pPr>
            <a:lvl5pPr marL="1828846" indent="0">
              <a:buNone/>
              <a:defRPr sz="1001"/>
            </a:lvl5pPr>
            <a:lvl6pPr marL="2286057" indent="0">
              <a:buNone/>
              <a:defRPr sz="1001"/>
            </a:lvl6pPr>
            <a:lvl7pPr marL="2743268" indent="0">
              <a:buNone/>
              <a:defRPr sz="1001"/>
            </a:lvl7pPr>
            <a:lvl8pPr marL="3200481" indent="0">
              <a:buNone/>
              <a:defRPr sz="1001"/>
            </a:lvl8pPr>
            <a:lvl9pPr marL="3657692" indent="0">
              <a:buNone/>
              <a:defRPr sz="1001"/>
            </a:lvl9pPr>
          </a:lstStyle>
          <a:p>
            <a:pPr lvl="0"/>
            <a:r>
              <a:rPr lang="en-US"/>
              <a:t>Click to edit Master text styles</a:t>
            </a:r>
          </a:p>
        </p:txBody>
      </p:sp>
      <p:sp>
        <p:nvSpPr>
          <p:cNvPr id="5" name="Date Placeholder 4">
            <a:extLst>
              <a:ext uri="{FF2B5EF4-FFF2-40B4-BE49-F238E27FC236}">
                <a16:creationId xmlns:a16="http://schemas.microsoft.com/office/drawing/2014/main" id="{AFD6E8A2-EE49-7610-4185-7793C3FDFC3A}"/>
              </a:ext>
            </a:extLst>
          </p:cNvPr>
          <p:cNvSpPr>
            <a:spLocks noGrp="1"/>
          </p:cNvSpPr>
          <p:nvPr>
            <p:ph type="dt" sz="half" idx="10"/>
          </p:nvPr>
        </p:nvSpPr>
        <p:spPr/>
        <p:txBody>
          <a:bodyPr/>
          <a:lstStyle/>
          <a:p>
            <a:fld id="{E8723EAC-D4E7-4228-9A84-332E99D77BC1}" type="datetimeFigureOut">
              <a:rPr lang="en-IN" smtClean="0"/>
              <a:t>31-03-2026</a:t>
            </a:fld>
            <a:endParaRPr lang="en-IN"/>
          </a:p>
        </p:txBody>
      </p:sp>
      <p:sp>
        <p:nvSpPr>
          <p:cNvPr id="6" name="Footer Placeholder 5">
            <a:extLst>
              <a:ext uri="{FF2B5EF4-FFF2-40B4-BE49-F238E27FC236}">
                <a16:creationId xmlns:a16="http://schemas.microsoft.com/office/drawing/2014/main" id="{5CF2B2E4-11E9-D5E4-6AE9-F7197E4F27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2D58B6-290F-A472-EBBA-CE5DE3DD2113}"/>
              </a:ext>
            </a:extLst>
          </p:cNvPr>
          <p:cNvSpPr>
            <a:spLocks noGrp="1"/>
          </p:cNvSpPr>
          <p:nvPr>
            <p:ph type="sldNum" sz="quarter" idx="12"/>
          </p:nvPr>
        </p:nvSpPr>
        <p:spPr/>
        <p:txBody>
          <a:bodyPr/>
          <a:lstStyle/>
          <a:p>
            <a:fld id="{5134D388-15AE-49C1-9B5A-3A1FE681967C}" type="slidenum">
              <a:rPr lang="en-IN" smtClean="0"/>
              <a:t>‹#›</a:t>
            </a:fld>
            <a:endParaRPr lang="en-IN"/>
          </a:p>
        </p:txBody>
      </p:sp>
    </p:spTree>
    <p:extLst>
      <p:ext uri="{BB962C8B-B14F-4D97-AF65-F5344CB8AC3E}">
        <p14:creationId xmlns:p14="http://schemas.microsoft.com/office/powerpoint/2010/main" val="759665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F9920-01D6-F74A-1CD9-23D8563D798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FE8B840-1605-5EF0-190A-44D0EC4009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8C0BA3-5578-F52D-B3B4-E6A5B49B5D45}"/>
              </a:ext>
            </a:extLst>
          </p:cNvPr>
          <p:cNvSpPr>
            <a:spLocks noGrp="1"/>
          </p:cNvSpPr>
          <p:nvPr>
            <p:ph type="dt" sz="half" idx="10"/>
          </p:nvPr>
        </p:nvSpPr>
        <p:spPr/>
        <p:txBody>
          <a:bodyPr/>
          <a:lstStyle/>
          <a:p>
            <a:fld id="{E8723EAC-D4E7-4228-9A84-332E99D77BC1}" type="datetimeFigureOut">
              <a:rPr lang="en-IN" smtClean="0"/>
              <a:t>31-03-2026</a:t>
            </a:fld>
            <a:endParaRPr lang="en-IN"/>
          </a:p>
        </p:txBody>
      </p:sp>
      <p:sp>
        <p:nvSpPr>
          <p:cNvPr id="5" name="Footer Placeholder 4">
            <a:extLst>
              <a:ext uri="{FF2B5EF4-FFF2-40B4-BE49-F238E27FC236}">
                <a16:creationId xmlns:a16="http://schemas.microsoft.com/office/drawing/2014/main" id="{BE4AE721-1D1A-2114-45DA-CCDF700108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B69728-6099-6390-C2F5-6315A7DABC7A}"/>
              </a:ext>
            </a:extLst>
          </p:cNvPr>
          <p:cNvSpPr>
            <a:spLocks noGrp="1"/>
          </p:cNvSpPr>
          <p:nvPr>
            <p:ph type="sldNum" sz="quarter" idx="12"/>
          </p:nvPr>
        </p:nvSpPr>
        <p:spPr/>
        <p:txBody>
          <a:bodyPr/>
          <a:lstStyle/>
          <a:p>
            <a:fld id="{5134D388-15AE-49C1-9B5A-3A1FE681967C}" type="slidenum">
              <a:rPr lang="en-IN" smtClean="0"/>
              <a:t>‹#›</a:t>
            </a:fld>
            <a:endParaRPr lang="en-IN"/>
          </a:p>
        </p:txBody>
      </p:sp>
    </p:spTree>
    <p:extLst>
      <p:ext uri="{BB962C8B-B14F-4D97-AF65-F5344CB8AC3E}">
        <p14:creationId xmlns:p14="http://schemas.microsoft.com/office/powerpoint/2010/main" val="4245105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2226FC-01A5-A51A-18EB-3DA439FD42DB}"/>
              </a:ext>
            </a:extLst>
          </p:cNvPr>
          <p:cNvSpPr>
            <a:spLocks noGrp="1"/>
          </p:cNvSpPr>
          <p:nvPr>
            <p:ph type="title" orient="vert"/>
          </p:nvPr>
        </p:nvSpPr>
        <p:spPr>
          <a:xfrm>
            <a:off x="8724899"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FD406EA-708C-9105-62E7-0633E368C655}"/>
              </a:ext>
            </a:extLst>
          </p:cNvPr>
          <p:cNvSpPr>
            <a:spLocks noGrp="1"/>
          </p:cNvSpPr>
          <p:nvPr>
            <p:ph type="body" orient="vert" idx="1"/>
          </p:nvPr>
        </p:nvSpPr>
        <p:spPr>
          <a:xfrm>
            <a:off x="838199"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8197B2-7580-A1CC-2AE7-D9FF8E8F590F}"/>
              </a:ext>
            </a:extLst>
          </p:cNvPr>
          <p:cNvSpPr>
            <a:spLocks noGrp="1"/>
          </p:cNvSpPr>
          <p:nvPr>
            <p:ph type="dt" sz="half" idx="10"/>
          </p:nvPr>
        </p:nvSpPr>
        <p:spPr/>
        <p:txBody>
          <a:bodyPr/>
          <a:lstStyle/>
          <a:p>
            <a:fld id="{E8723EAC-D4E7-4228-9A84-332E99D77BC1}" type="datetimeFigureOut">
              <a:rPr lang="en-IN" smtClean="0"/>
              <a:t>31-03-2026</a:t>
            </a:fld>
            <a:endParaRPr lang="en-IN"/>
          </a:p>
        </p:txBody>
      </p:sp>
      <p:sp>
        <p:nvSpPr>
          <p:cNvPr id="5" name="Footer Placeholder 4">
            <a:extLst>
              <a:ext uri="{FF2B5EF4-FFF2-40B4-BE49-F238E27FC236}">
                <a16:creationId xmlns:a16="http://schemas.microsoft.com/office/drawing/2014/main" id="{D3A8BC4A-834C-1BFC-0572-3915F2213B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F55845-3C37-0A57-EF76-5E4FC3F3A603}"/>
              </a:ext>
            </a:extLst>
          </p:cNvPr>
          <p:cNvSpPr>
            <a:spLocks noGrp="1"/>
          </p:cNvSpPr>
          <p:nvPr>
            <p:ph type="sldNum" sz="quarter" idx="12"/>
          </p:nvPr>
        </p:nvSpPr>
        <p:spPr/>
        <p:txBody>
          <a:bodyPr/>
          <a:lstStyle/>
          <a:p>
            <a:fld id="{5134D388-15AE-49C1-9B5A-3A1FE681967C}" type="slidenum">
              <a:rPr lang="en-IN" smtClean="0"/>
              <a:t>‹#›</a:t>
            </a:fld>
            <a:endParaRPr lang="en-IN"/>
          </a:p>
        </p:txBody>
      </p:sp>
    </p:spTree>
    <p:extLst>
      <p:ext uri="{BB962C8B-B14F-4D97-AF65-F5344CB8AC3E}">
        <p14:creationId xmlns:p14="http://schemas.microsoft.com/office/powerpoint/2010/main" val="875669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F1B0D1-F35B-D7C4-F989-CF0E1BE178A0}"/>
              </a:ext>
            </a:extLst>
          </p:cNvPr>
          <p:cNvSpPr>
            <a:spLocks noGrp="1"/>
          </p:cNvSpPr>
          <p:nvPr>
            <p:ph type="title"/>
          </p:nvPr>
        </p:nvSpPr>
        <p:spPr>
          <a:xfrm>
            <a:off x="838204" y="365127"/>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DDEAE5-7A7C-7859-5DB5-C8F349BEDFC5}"/>
              </a:ext>
            </a:extLst>
          </p:cNvPr>
          <p:cNvSpPr>
            <a:spLocks noGrp="1"/>
          </p:cNvSpPr>
          <p:nvPr>
            <p:ph type="body" idx="1"/>
          </p:nvPr>
        </p:nvSpPr>
        <p:spPr>
          <a:xfrm>
            <a:off x="838204"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14DF81-E06E-977A-C80A-326DC847CCBD}"/>
              </a:ext>
            </a:extLst>
          </p:cNvPr>
          <p:cNvSpPr>
            <a:spLocks noGrp="1"/>
          </p:cNvSpPr>
          <p:nvPr>
            <p:ph type="dt" sz="half" idx="2"/>
          </p:nvPr>
        </p:nvSpPr>
        <p:spPr>
          <a:xfrm>
            <a:off x="838201"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723EAC-D4E7-4228-9A84-332E99D77BC1}" type="datetimeFigureOut">
              <a:rPr lang="en-IN" smtClean="0"/>
              <a:t>31-03-2026</a:t>
            </a:fld>
            <a:endParaRPr lang="en-IN"/>
          </a:p>
        </p:txBody>
      </p:sp>
      <p:sp>
        <p:nvSpPr>
          <p:cNvPr id="5" name="Footer Placeholder 4">
            <a:extLst>
              <a:ext uri="{FF2B5EF4-FFF2-40B4-BE49-F238E27FC236}">
                <a16:creationId xmlns:a16="http://schemas.microsoft.com/office/drawing/2014/main" id="{7939CBAC-5396-0B63-90B4-DD6CB131F08E}"/>
              </a:ext>
            </a:extLst>
          </p:cNvPr>
          <p:cNvSpPr>
            <a:spLocks noGrp="1"/>
          </p:cNvSpPr>
          <p:nvPr>
            <p:ph type="ftr" sz="quarter" idx="3"/>
          </p:nvPr>
        </p:nvSpPr>
        <p:spPr>
          <a:xfrm>
            <a:off x="4038604"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A2D7E45-6702-AC8C-B124-9AE80203DA29}"/>
              </a:ext>
            </a:extLst>
          </p:cNvPr>
          <p:cNvSpPr>
            <a:spLocks noGrp="1"/>
          </p:cNvSpPr>
          <p:nvPr>
            <p:ph type="sldNum" sz="quarter" idx="4"/>
          </p:nvPr>
        </p:nvSpPr>
        <p:spPr>
          <a:xfrm>
            <a:off x="8610601"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34D388-15AE-49C1-9B5A-3A1FE681967C}" type="slidenum">
              <a:rPr lang="en-IN" smtClean="0"/>
              <a:t>‹#›</a:t>
            </a:fld>
            <a:endParaRPr lang="en-IN"/>
          </a:p>
        </p:txBody>
      </p:sp>
    </p:spTree>
    <p:extLst>
      <p:ext uri="{BB962C8B-B14F-4D97-AF65-F5344CB8AC3E}">
        <p14:creationId xmlns:p14="http://schemas.microsoft.com/office/powerpoint/2010/main" val="3024965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22"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7" indent="-228607" algn="l" defTabSz="914422" rtl="0" eaLnBrk="1" latinLnBrk="0" hangingPunct="1">
        <a:lnSpc>
          <a:spcPct val="90000"/>
        </a:lnSpc>
        <a:spcBef>
          <a:spcPts val="1001"/>
        </a:spcBef>
        <a:buFont typeface="Arial" panose="020B0604020202020204" pitchFamily="34" charset="0"/>
        <a:buChar char="•"/>
        <a:defRPr sz="2800" kern="1200">
          <a:solidFill>
            <a:schemeClr val="tx1"/>
          </a:solidFill>
          <a:latin typeface="+mn-lt"/>
          <a:ea typeface="+mn-ea"/>
          <a:cs typeface="+mn-cs"/>
        </a:defRPr>
      </a:lvl1pPr>
      <a:lvl2pPr marL="685818" indent="-228607" algn="l" defTabSz="91442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9" indent="-228607" algn="l" defTabSz="91442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7" algn="l" defTabSz="914422"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4pPr>
      <a:lvl5pPr marL="2057453" indent="-228607" algn="l" defTabSz="914422"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5pPr>
      <a:lvl6pPr marL="2514664" indent="-228607" algn="l" defTabSz="914422"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7" algn="l" defTabSz="914422"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6" indent="-228607" algn="l" defTabSz="914422"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7" indent="-228607" algn="l" defTabSz="914422"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22" rtl="0" eaLnBrk="1" latinLnBrk="0" hangingPunct="1">
        <a:defRPr sz="1801" kern="1200">
          <a:solidFill>
            <a:schemeClr val="tx1"/>
          </a:solidFill>
          <a:latin typeface="+mn-lt"/>
          <a:ea typeface="+mn-ea"/>
          <a:cs typeface="+mn-cs"/>
        </a:defRPr>
      </a:lvl1pPr>
      <a:lvl2pPr marL="457211" algn="l" defTabSz="914422" rtl="0" eaLnBrk="1" latinLnBrk="0" hangingPunct="1">
        <a:defRPr sz="1801" kern="1200">
          <a:solidFill>
            <a:schemeClr val="tx1"/>
          </a:solidFill>
          <a:latin typeface="+mn-lt"/>
          <a:ea typeface="+mn-ea"/>
          <a:cs typeface="+mn-cs"/>
        </a:defRPr>
      </a:lvl2pPr>
      <a:lvl3pPr marL="914422" algn="l" defTabSz="914422" rtl="0" eaLnBrk="1" latinLnBrk="0" hangingPunct="1">
        <a:defRPr sz="1801" kern="1200">
          <a:solidFill>
            <a:schemeClr val="tx1"/>
          </a:solidFill>
          <a:latin typeface="+mn-lt"/>
          <a:ea typeface="+mn-ea"/>
          <a:cs typeface="+mn-cs"/>
        </a:defRPr>
      </a:lvl3pPr>
      <a:lvl4pPr marL="1371635" algn="l" defTabSz="914422" rtl="0" eaLnBrk="1" latinLnBrk="0" hangingPunct="1">
        <a:defRPr sz="1801" kern="1200">
          <a:solidFill>
            <a:schemeClr val="tx1"/>
          </a:solidFill>
          <a:latin typeface="+mn-lt"/>
          <a:ea typeface="+mn-ea"/>
          <a:cs typeface="+mn-cs"/>
        </a:defRPr>
      </a:lvl4pPr>
      <a:lvl5pPr marL="1828846" algn="l" defTabSz="914422" rtl="0" eaLnBrk="1" latinLnBrk="0" hangingPunct="1">
        <a:defRPr sz="1801" kern="1200">
          <a:solidFill>
            <a:schemeClr val="tx1"/>
          </a:solidFill>
          <a:latin typeface="+mn-lt"/>
          <a:ea typeface="+mn-ea"/>
          <a:cs typeface="+mn-cs"/>
        </a:defRPr>
      </a:lvl5pPr>
      <a:lvl6pPr marL="2286057" algn="l" defTabSz="914422" rtl="0" eaLnBrk="1" latinLnBrk="0" hangingPunct="1">
        <a:defRPr sz="1801" kern="1200">
          <a:solidFill>
            <a:schemeClr val="tx1"/>
          </a:solidFill>
          <a:latin typeface="+mn-lt"/>
          <a:ea typeface="+mn-ea"/>
          <a:cs typeface="+mn-cs"/>
        </a:defRPr>
      </a:lvl6pPr>
      <a:lvl7pPr marL="2743268" algn="l" defTabSz="914422" rtl="0" eaLnBrk="1" latinLnBrk="0" hangingPunct="1">
        <a:defRPr sz="1801" kern="1200">
          <a:solidFill>
            <a:schemeClr val="tx1"/>
          </a:solidFill>
          <a:latin typeface="+mn-lt"/>
          <a:ea typeface="+mn-ea"/>
          <a:cs typeface="+mn-cs"/>
        </a:defRPr>
      </a:lvl7pPr>
      <a:lvl8pPr marL="3200481" algn="l" defTabSz="914422" rtl="0" eaLnBrk="1" latinLnBrk="0" hangingPunct="1">
        <a:defRPr sz="1801" kern="1200">
          <a:solidFill>
            <a:schemeClr val="tx1"/>
          </a:solidFill>
          <a:latin typeface="+mn-lt"/>
          <a:ea typeface="+mn-ea"/>
          <a:cs typeface="+mn-cs"/>
        </a:defRPr>
      </a:lvl8pPr>
      <a:lvl9pPr marL="3657692" algn="l" defTabSz="914422"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5" Type="http://schemas.microsoft.com/office/2007/relationships/hdphoto" Target="../media/hdphoto2.wdp"/><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4.wdp"/><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png"/><Relationship Id="rId5" Type="http://schemas.microsoft.com/office/2007/relationships/hdphoto" Target="../media/hdphoto3.wdp"/><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605652F-D479-1DF1-A05D-3C86073FDAFA}"/>
              </a:ext>
            </a:extLst>
          </p:cNvPr>
          <p:cNvPicPr>
            <a:picLocks noChangeAspect="1"/>
          </p:cNvPicPr>
          <p:nvPr/>
        </p:nvPicPr>
        <p:blipFill>
          <a:blip r:embed="rId2">
            <a:alphaModFix amt="70000"/>
            <a:extLst>
              <a:ext uri="{BEBA8EAE-BF5A-486C-A8C5-ECC9F3942E4B}">
                <a14:imgProps xmlns:a14="http://schemas.microsoft.com/office/drawing/2010/main">
                  <a14:imgLayer r:embed="rId3">
                    <a14:imgEffect>
                      <a14:artisticBlur/>
                    </a14:imgEffect>
                  </a14:imgLayer>
                </a14:imgProps>
              </a:ext>
              <a:ext uri="{28A0092B-C50C-407E-A947-70E740481C1C}">
                <a14:useLocalDpi xmlns:a14="http://schemas.microsoft.com/office/drawing/2010/main" val="0"/>
              </a:ext>
            </a:extLst>
          </a:blip>
          <a:stretch>
            <a:fillRect/>
          </a:stretch>
        </p:blipFill>
        <p:spPr>
          <a:xfrm>
            <a:off x="8382" y="-1"/>
            <a:ext cx="12192000" cy="6817817"/>
          </a:xfrm>
          <a:prstGeom prst="rect">
            <a:avLst/>
          </a:prstGeom>
        </p:spPr>
      </p:pic>
      <p:sp>
        <p:nvSpPr>
          <p:cNvPr id="5" name="TextBox 4">
            <a:extLst>
              <a:ext uri="{FF2B5EF4-FFF2-40B4-BE49-F238E27FC236}">
                <a16:creationId xmlns:a16="http://schemas.microsoft.com/office/drawing/2014/main" id="{D419E64D-3465-F2A3-D93D-EFF3EE0FDCC9}"/>
              </a:ext>
            </a:extLst>
          </p:cNvPr>
          <p:cNvSpPr txBox="1"/>
          <p:nvPr/>
        </p:nvSpPr>
        <p:spPr>
          <a:xfrm>
            <a:off x="2" y="3529737"/>
            <a:ext cx="4800601" cy="954107"/>
          </a:xfrm>
          <a:prstGeom prst="rect">
            <a:avLst/>
          </a:prstGeom>
          <a:noFill/>
        </p:spPr>
        <p:txBody>
          <a:bodyPr wrap="square" rtlCol="0">
            <a:spAutoFit/>
          </a:bodyPr>
          <a:lstStyle/>
          <a:p>
            <a:pPr marL="457211" indent="-457211">
              <a:buFont typeface="Arial" panose="020B0604020202020204" pitchFamily="34" charset="0"/>
              <a:buChar char="•"/>
            </a:pPr>
            <a:r>
              <a:rPr lang="en-US" sz="2800" dirty="0">
                <a:solidFill>
                  <a:srgbClr val="B165FB"/>
                </a:solidFill>
                <a:latin typeface="Agency FB" panose="020B0503020202020204" pitchFamily="34" charset="0"/>
              </a:rPr>
              <a:t>Course name </a:t>
            </a:r>
            <a:r>
              <a:rPr lang="en-US" sz="2800" dirty="0">
                <a:solidFill>
                  <a:srgbClr val="BF9A4A"/>
                </a:solidFill>
                <a:latin typeface="Agency FB" panose="020B0503020202020204" pitchFamily="34" charset="0"/>
              </a:rPr>
              <a:t>:- OOPs With C++</a:t>
            </a:r>
          </a:p>
          <a:p>
            <a:pPr marL="457211" indent="-457211">
              <a:buFont typeface="Arial" panose="020B0604020202020204" pitchFamily="34" charset="0"/>
              <a:buChar char="•"/>
            </a:pPr>
            <a:r>
              <a:rPr lang="en-US" sz="2800" dirty="0">
                <a:solidFill>
                  <a:srgbClr val="B165FB"/>
                </a:solidFill>
                <a:latin typeface="Agency FB" panose="020B0503020202020204" pitchFamily="34" charset="0"/>
              </a:rPr>
              <a:t>In Guidance of </a:t>
            </a:r>
            <a:r>
              <a:rPr lang="en-US" sz="2800" dirty="0">
                <a:solidFill>
                  <a:srgbClr val="BF9A4A"/>
                </a:solidFill>
                <a:latin typeface="Agency FB" panose="020B0503020202020204" pitchFamily="34" charset="0"/>
              </a:rPr>
              <a:t>:- Prof. Dr Moses Dian</a:t>
            </a:r>
            <a:endParaRPr lang="en-IN" sz="2800" dirty="0">
              <a:solidFill>
                <a:srgbClr val="BF9A4A"/>
              </a:solidFill>
              <a:latin typeface="Agency FB" panose="020B0503020202020204" pitchFamily="34" charset="0"/>
            </a:endParaRPr>
          </a:p>
        </p:txBody>
      </p:sp>
      <p:sp>
        <p:nvSpPr>
          <p:cNvPr id="6" name="TextBox 5">
            <a:extLst>
              <a:ext uri="{FF2B5EF4-FFF2-40B4-BE49-F238E27FC236}">
                <a16:creationId xmlns:a16="http://schemas.microsoft.com/office/drawing/2014/main" id="{6A44980C-B1F6-BFC0-E9F1-31915B07B1F8}"/>
              </a:ext>
            </a:extLst>
          </p:cNvPr>
          <p:cNvSpPr txBox="1"/>
          <p:nvPr/>
        </p:nvSpPr>
        <p:spPr>
          <a:xfrm>
            <a:off x="3437386" y="667619"/>
            <a:ext cx="5317236" cy="1015663"/>
          </a:xfrm>
          <a:prstGeom prst="rect">
            <a:avLst/>
          </a:prstGeom>
          <a:noFill/>
        </p:spPr>
        <p:txBody>
          <a:bodyPr wrap="square" rtlCol="0">
            <a:spAutoFit/>
          </a:bodyPr>
          <a:lstStyle/>
          <a:p>
            <a:r>
              <a:rPr lang="en-US" sz="6000" b="1" dirty="0">
                <a:solidFill>
                  <a:srgbClr val="B165FB"/>
                </a:solidFill>
                <a:latin typeface="Agency FB" panose="020B0503020202020204" pitchFamily="34" charset="0"/>
              </a:rPr>
              <a:t>2D PHYSICS ENGINE</a:t>
            </a:r>
            <a:endParaRPr lang="en-IN" sz="6000" b="1" dirty="0">
              <a:solidFill>
                <a:srgbClr val="B165FB"/>
              </a:solidFill>
              <a:latin typeface="Agency FB" panose="020B0503020202020204" pitchFamily="34" charset="0"/>
            </a:endParaRPr>
          </a:p>
        </p:txBody>
      </p:sp>
      <p:sp>
        <p:nvSpPr>
          <p:cNvPr id="7" name="TextBox 6">
            <a:extLst>
              <a:ext uri="{FF2B5EF4-FFF2-40B4-BE49-F238E27FC236}">
                <a16:creationId xmlns:a16="http://schemas.microsoft.com/office/drawing/2014/main" id="{32DA6967-8559-2B7D-B992-D07F2BDC408D}"/>
              </a:ext>
            </a:extLst>
          </p:cNvPr>
          <p:cNvSpPr txBox="1"/>
          <p:nvPr/>
        </p:nvSpPr>
        <p:spPr>
          <a:xfrm>
            <a:off x="5222751" y="1650885"/>
            <a:ext cx="1746505" cy="461665"/>
          </a:xfrm>
          <a:prstGeom prst="rect">
            <a:avLst/>
          </a:prstGeom>
          <a:noFill/>
        </p:spPr>
        <p:txBody>
          <a:bodyPr wrap="square" rtlCol="0">
            <a:spAutoFit/>
          </a:bodyPr>
          <a:lstStyle/>
          <a:p>
            <a:r>
              <a:rPr lang="en-US" sz="2400" dirty="0">
                <a:solidFill>
                  <a:srgbClr val="BF9A4A"/>
                </a:solidFill>
                <a:latin typeface="Agency FB" panose="020B0503020202020204" pitchFamily="34" charset="0"/>
              </a:rPr>
              <a:t>Made Using C++</a:t>
            </a:r>
            <a:endParaRPr lang="en-IN" sz="2400" dirty="0">
              <a:solidFill>
                <a:srgbClr val="BF9A4A"/>
              </a:solidFill>
              <a:latin typeface="Agency FB" panose="020B0503020202020204" pitchFamily="34" charset="0"/>
            </a:endParaRPr>
          </a:p>
        </p:txBody>
      </p:sp>
      <p:sp>
        <p:nvSpPr>
          <p:cNvPr id="8" name="TextBox 7">
            <a:extLst>
              <a:ext uri="{FF2B5EF4-FFF2-40B4-BE49-F238E27FC236}">
                <a16:creationId xmlns:a16="http://schemas.microsoft.com/office/drawing/2014/main" id="{BE4A7980-FDDF-3C99-1614-BD567669F611}"/>
              </a:ext>
            </a:extLst>
          </p:cNvPr>
          <p:cNvSpPr txBox="1"/>
          <p:nvPr/>
        </p:nvSpPr>
        <p:spPr>
          <a:xfrm>
            <a:off x="7232903" y="3745957"/>
            <a:ext cx="4800601" cy="2893741"/>
          </a:xfrm>
          <a:prstGeom prst="rect">
            <a:avLst/>
          </a:prstGeom>
          <a:noFill/>
        </p:spPr>
        <p:txBody>
          <a:bodyPr wrap="square" rtlCol="0">
            <a:spAutoFit/>
          </a:bodyPr>
          <a:lstStyle/>
          <a:p>
            <a:r>
              <a:rPr lang="en-US" sz="3200" dirty="0">
                <a:solidFill>
                  <a:srgbClr val="B165FB"/>
                </a:solidFill>
                <a:latin typeface="Agency FB" panose="020B0503020202020204" pitchFamily="34" charset="0"/>
              </a:rPr>
              <a:t>Made by :-</a:t>
            </a:r>
          </a:p>
          <a:p>
            <a:endParaRPr lang="en-US" sz="2000" dirty="0">
              <a:solidFill>
                <a:srgbClr val="B165FB"/>
              </a:solidFill>
              <a:latin typeface="Agency FB" panose="020B0503020202020204" pitchFamily="34" charset="0"/>
            </a:endParaRPr>
          </a:p>
          <a:p>
            <a:pPr marL="971575" lvl="1" indent="-514364">
              <a:buFont typeface="+mj-lt"/>
              <a:buAutoNum type="arabicPeriod"/>
            </a:pPr>
            <a:r>
              <a:rPr lang="en-US" sz="2601" dirty="0">
                <a:solidFill>
                  <a:srgbClr val="BF9A4A"/>
                </a:solidFill>
                <a:latin typeface="Agency FB" panose="020B0503020202020204" pitchFamily="34" charset="0"/>
              </a:rPr>
              <a:t>ANUBHAV KUMAR (25MIM10178)</a:t>
            </a:r>
          </a:p>
          <a:p>
            <a:pPr marL="971575" lvl="1" indent="-514364">
              <a:buFont typeface="+mj-lt"/>
              <a:buAutoNum type="arabicPeriod"/>
            </a:pPr>
            <a:r>
              <a:rPr lang="en-US" sz="2601" dirty="0">
                <a:solidFill>
                  <a:srgbClr val="BF9A4A"/>
                </a:solidFill>
                <a:latin typeface="Agency FB" panose="020B0503020202020204" pitchFamily="34" charset="0"/>
              </a:rPr>
              <a:t>NIKHIL TIWARI (25BAI11440)</a:t>
            </a:r>
          </a:p>
          <a:p>
            <a:pPr marL="971575" lvl="1" indent="-514364">
              <a:buFont typeface="+mj-lt"/>
              <a:buAutoNum type="arabicPeriod"/>
            </a:pPr>
            <a:r>
              <a:rPr lang="en-US" sz="2601" dirty="0">
                <a:solidFill>
                  <a:srgbClr val="BF9A4A"/>
                </a:solidFill>
                <a:latin typeface="Agency FB" panose="020B0503020202020204" pitchFamily="34" charset="0"/>
              </a:rPr>
              <a:t>MAHIT AGGARWAL (25MIM10073)</a:t>
            </a:r>
          </a:p>
          <a:p>
            <a:pPr marL="971575" lvl="1" indent="-514364">
              <a:buFont typeface="+mj-lt"/>
              <a:buAutoNum type="arabicPeriod"/>
            </a:pPr>
            <a:r>
              <a:rPr lang="en-US" sz="2601" dirty="0">
                <a:solidFill>
                  <a:srgbClr val="BF9A4A"/>
                </a:solidFill>
                <a:latin typeface="Agency FB" panose="020B0503020202020204" pitchFamily="34" charset="0"/>
              </a:rPr>
              <a:t>AARADHYA SINGHAI (25MEI10078)</a:t>
            </a:r>
          </a:p>
          <a:p>
            <a:pPr marL="971575" lvl="1" indent="-514364">
              <a:buFont typeface="+mj-lt"/>
              <a:buAutoNum type="arabicPeriod"/>
            </a:pPr>
            <a:r>
              <a:rPr lang="en-US" sz="2601" dirty="0">
                <a:solidFill>
                  <a:srgbClr val="BF9A4A"/>
                </a:solidFill>
                <a:latin typeface="Agency FB" panose="020B0503020202020204" pitchFamily="34" charset="0"/>
              </a:rPr>
              <a:t>AADARSH KUMAR (25BAI11087)</a:t>
            </a:r>
          </a:p>
        </p:txBody>
      </p:sp>
      <p:sp>
        <p:nvSpPr>
          <p:cNvPr id="15" name="TextBox 14">
            <a:extLst>
              <a:ext uri="{FF2B5EF4-FFF2-40B4-BE49-F238E27FC236}">
                <a16:creationId xmlns:a16="http://schemas.microsoft.com/office/drawing/2014/main" id="{F8567AFC-2B75-12EE-6051-07AA4C0F5250}"/>
              </a:ext>
            </a:extLst>
          </p:cNvPr>
          <p:cNvSpPr txBox="1"/>
          <p:nvPr/>
        </p:nvSpPr>
        <p:spPr>
          <a:xfrm>
            <a:off x="0" y="4656644"/>
            <a:ext cx="5431538" cy="2000548"/>
          </a:xfrm>
          <a:prstGeom prst="rect">
            <a:avLst/>
          </a:prstGeom>
          <a:noFill/>
        </p:spPr>
        <p:txBody>
          <a:bodyPr wrap="square" rtlCol="0">
            <a:spAutoFit/>
          </a:bodyPr>
          <a:lstStyle/>
          <a:p>
            <a:r>
              <a:rPr lang="en-US" sz="3200" dirty="0">
                <a:solidFill>
                  <a:srgbClr val="B165FB"/>
                </a:solidFill>
                <a:latin typeface="Agency FB" panose="020B0503020202020204" pitchFamily="34" charset="0"/>
              </a:rPr>
              <a:t>Libraries and concepts used :-</a:t>
            </a:r>
          </a:p>
          <a:p>
            <a:endParaRPr lang="en-US" sz="2000" dirty="0">
              <a:solidFill>
                <a:srgbClr val="B165FB"/>
              </a:solidFill>
              <a:latin typeface="Agency FB" panose="020B0503020202020204" pitchFamily="34" charset="0"/>
            </a:endParaRPr>
          </a:p>
          <a:p>
            <a:pPr marL="914422" lvl="1" indent="-457211">
              <a:buFont typeface="Arial" panose="020B0604020202020204" pitchFamily="34" charset="0"/>
              <a:buChar char="•"/>
            </a:pPr>
            <a:r>
              <a:rPr lang="en-US" sz="2400" dirty="0">
                <a:solidFill>
                  <a:srgbClr val="BF9A4A"/>
                </a:solidFill>
                <a:latin typeface="Agency FB" panose="020B0503020202020204" pitchFamily="34" charset="0"/>
              </a:rPr>
              <a:t>SFML (Simple Fast Media Library)</a:t>
            </a:r>
          </a:p>
          <a:p>
            <a:pPr marL="914422" lvl="1" indent="-457211">
              <a:buFont typeface="Arial" panose="020B0604020202020204" pitchFamily="34" charset="0"/>
              <a:buChar char="•"/>
            </a:pPr>
            <a:r>
              <a:rPr lang="en-US" sz="2400" dirty="0" err="1">
                <a:solidFill>
                  <a:srgbClr val="BF9A4A"/>
                </a:solidFill>
                <a:latin typeface="Agency FB" panose="020B0503020202020204" pitchFamily="34" charset="0"/>
              </a:rPr>
              <a:t>Cmath</a:t>
            </a:r>
            <a:r>
              <a:rPr lang="en-US" sz="2400" dirty="0">
                <a:solidFill>
                  <a:srgbClr val="BF9A4A"/>
                </a:solidFill>
                <a:latin typeface="Agency FB" panose="020B0503020202020204" pitchFamily="34" charset="0"/>
              </a:rPr>
              <a:t> and Vector</a:t>
            </a:r>
          </a:p>
          <a:p>
            <a:pPr marL="914422" lvl="1" indent="-457211">
              <a:buFont typeface="Arial" panose="020B0604020202020204" pitchFamily="34" charset="0"/>
              <a:buChar char="•"/>
            </a:pPr>
            <a:r>
              <a:rPr lang="en-US" sz="2400" dirty="0">
                <a:solidFill>
                  <a:srgbClr val="BF9A4A"/>
                </a:solidFill>
                <a:latin typeface="Agency FB" panose="020B0503020202020204" pitchFamily="34" charset="0"/>
              </a:rPr>
              <a:t>Collision Physics and Rigid Body Physics</a:t>
            </a:r>
          </a:p>
        </p:txBody>
      </p:sp>
    </p:spTree>
    <p:extLst>
      <p:ext uri="{BB962C8B-B14F-4D97-AF65-F5344CB8AC3E}">
        <p14:creationId xmlns:p14="http://schemas.microsoft.com/office/powerpoint/2010/main" val="203446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DEE1655-6434-BADC-120B-EFD96F459B62}"/>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artisticLightScreen/>
                    </a14:imgEffect>
                  </a14:imgLayer>
                </a14:imgProps>
              </a:ext>
              <a:ext uri="{28A0092B-C50C-407E-A947-70E740481C1C}">
                <a14:useLocalDpi xmlns:a14="http://schemas.microsoft.com/office/drawing/2010/main" val="0"/>
              </a:ext>
            </a:extLst>
          </a:blip>
          <a:stretch>
            <a:fillRect/>
          </a:stretch>
        </p:blipFill>
        <p:spPr>
          <a:xfrm>
            <a:off x="2" y="12180"/>
            <a:ext cx="12192000" cy="6817817"/>
          </a:xfrm>
          <a:prstGeom prst="rect">
            <a:avLst/>
          </a:prstGeom>
        </p:spPr>
      </p:pic>
      <p:sp>
        <p:nvSpPr>
          <p:cNvPr id="5" name="TextBox 4">
            <a:extLst>
              <a:ext uri="{FF2B5EF4-FFF2-40B4-BE49-F238E27FC236}">
                <a16:creationId xmlns:a16="http://schemas.microsoft.com/office/drawing/2014/main" id="{C72BFE46-E15E-4444-E8A5-1DB314B749EE}"/>
              </a:ext>
            </a:extLst>
          </p:cNvPr>
          <p:cNvSpPr txBox="1"/>
          <p:nvPr/>
        </p:nvSpPr>
        <p:spPr>
          <a:xfrm>
            <a:off x="514350" y="175683"/>
            <a:ext cx="11564875" cy="4801699"/>
          </a:xfrm>
          <a:prstGeom prst="rect">
            <a:avLst/>
          </a:prstGeom>
          <a:noFill/>
        </p:spPr>
        <p:txBody>
          <a:bodyPr wrap="square">
            <a:spAutoFit/>
          </a:bodyPr>
          <a:lstStyle/>
          <a:p>
            <a:pPr algn="ctr"/>
            <a:r>
              <a:rPr lang="en-US" sz="6000" dirty="0">
                <a:solidFill>
                  <a:srgbClr val="B165FB"/>
                </a:solidFill>
                <a:latin typeface="Agency FB" panose="020B0503020202020204" pitchFamily="34" charset="0"/>
              </a:rPr>
              <a:t>2D Physics Engine</a:t>
            </a:r>
            <a:r>
              <a:rPr lang="en-US" sz="1801" dirty="0">
                <a:solidFill>
                  <a:srgbClr val="BF9A4A"/>
                </a:solidFill>
              </a:rPr>
              <a:t> </a:t>
            </a:r>
          </a:p>
          <a:p>
            <a:pPr algn="ctr"/>
            <a:r>
              <a:rPr lang="en-US" sz="3200" dirty="0">
                <a:solidFill>
                  <a:srgbClr val="BF9A4A"/>
                </a:solidFill>
                <a:latin typeface="Agency FB" panose="020B0503020202020204" pitchFamily="34" charset="0"/>
              </a:rPr>
              <a:t>Core Theory</a:t>
            </a:r>
          </a:p>
          <a:p>
            <a:endParaRPr lang="en-US" sz="1801" dirty="0">
              <a:solidFill>
                <a:srgbClr val="BF9A4A"/>
              </a:solidFill>
            </a:endParaRPr>
          </a:p>
          <a:p>
            <a:r>
              <a:rPr lang="en-US" sz="2000" dirty="0">
                <a:solidFill>
                  <a:srgbClr val="BF9A4A"/>
                </a:solidFill>
                <a:latin typeface="Bahnschrift" panose="020B0502040204020203" pitchFamily="34" charset="0"/>
              </a:rPr>
              <a:t>This engine simulates rigid body dynamics in real-time by calculating forces, updating object states in discrete time steps, and mathematically resolving collisions</a:t>
            </a:r>
            <a:r>
              <a:rPr lang="en-US" sz="1801" dirty="0">
                <a:solidFill>
                  <a:srgbClr val="BF9A4A"/>
                </a:solidFill>
              </a:rPr>
              <a:t>. </a:t>
            </a:r>
          </a:p>
          <a:p>
            <a:endParaRPr lang="en-US" sz="1801" dirty="0">
              <a:solidFill>
                <a:srgbClr val="BF9A4A"/>
              </a:solidFill>
            </a:endParaRPr>
          </a:p>
          <a:p>
            <a:pPr marL="457211" indent="-457211">
              <a:buAutoNum type="arabicPeriod"/>
            </a:pPr>
            <a:r>
              <a:rPr lang="en-US" sz="2000" dirty="0">
                <a:solidFill>
                  <a:srgbClr val="7030A0"/>
                </a:solidFill>
                <a:latin typeface="Bahnschrift" panose="020B0502040204020203" pitchFamily="34" charset="0"/>
              </a:rPr>
              <a:t>Motion and Integration (Dynamics &amp; Kinematics)</a:t>
            </a:r>
          </a:p>
          <a:p>
            <a:pPr marL="457211" indent="-457211" algn="ctr">
              <a:buAutoNum type="arabicPeriod"/>
            </a:pPr>
            <a:endParaRPr lang="en-US" sz="2000" dirty="0">
              <a:solidFill>
                <a:srgbClr val="BF9A4A"/>
              </a:solidFill>
              <a:latin typeface="Bahnschrift" panose="020B0502040204020203" pitchFamily="34" charset="0"/>
            </a:endParaRPr>
          </a:p>
          <a:p>
            <a:r>
              <a:rPr lang="en-US" sz="2000" dirty="0">
                <a:solidFill>
                  <a:srgbClr val="BF9A4A"/>
                </a:solidFill>
                <a:latin typeface="Bahnschrift" panose="020B0502040204020203" pitchFamily="34" charset="0"/>
              </a:rPr>
              <a:t>Every Rigid Body object possesses mass, position, velocity, and acceleration. When a force is applied, acceleration is calculated using Newton's Second Law </a:t>
            </a:r>
          </a:p>
          <a:p>
            <a:endParaRPr lang="en-US" sz="2000" dirty="0">
              <a:solidFill>
                <a:srgbClr val="BF9A4A"/>
              </a:solidFill>
              <a:latin typeface="Bahnschrift" panose="020B0502040204020203" pitchFamily="34" charset="0"/>
            </a:endParaRPr>
          </a:p>
          <a:p>
            <a:endParaRPr lang="en-US" sz="2000" dirty="0">
              <a:solidFill>
                <a:srgbClr val="BF9A4A"/>
              </a:solidFill>
              <a:latin typeface="Bahnschrift" panose="020B0502040204020203" pitchFamily="34" charset="0"/>
            </a:endParaRPr>
          </a:p>
          <a:p>
            <a:endParaRPr lang="en-US" sz="1801" dirty="0">
              <a:solidFill>
                <a:srgbClr val="BF9A4A"/>
              </a:solidFill>
            </a:endParaRPr>
          </a:p>
        </p:txBody>
      </p:sp>
      <p:sp>
        <p:nvSpPr>
          <p:cNvPr id="7" name="TextBox 6">
            <a:extLst>
              <a:ext uri="{FF2B5EF4-FFF2-40B4-BE49-F238E27FC236}">
                <a16:creationId xmlns:a16="http://schemas.microsoft.com/office/drawing/2014/main" id="{EE378B12-0942-9A8F-14C8-551EB8E6FFBA}"/>
              </a:ext>
            </a:extLst>
          </p:cNvPr>
          <p:cNvSpPr txBox="1"/>
          <p:nvPr/>
        </p:nvSpPr>
        <p:spPr>
          <a:xfrm>
            <a:off x="4244468" y="4145284"/>
            <a:ext cx="4104640" cy="584775"/>
          </a:xfrm>
          <a:prstGeom prst="rect">
            <a:avLst/>
          </a:prstGeom>
          <a:noFill/>
        </p:spPr>
        <p:txBody>
          <a:bodyPr wrap="square" rtlCol="0">
            <a:spAutoFit/>
          </a:bodyPr>
          <a:lstStyle/>
          <a:p>
            <a:pPr algn="ctr"/>
            <a:r>
              <a:rPr lang="en-US" sz="3200" dirty="0">
                <a:solidFill>
                  <a:schemeClr val="bg1"/>
                </a:solidFill>
                <a:latin typeface="Bahnschrift" panose="020B0502040204020203" pitchFamily="34" charset="0"/>
              </a:rPr>
              <a:t>F = M/A</a:t>
            </a:r>
            <a:endParaRPr lang="en-IN" sz="3200" dirty="0">
              <a:solidFill>
                <a:schemeClr val="bg1"/>
              </a:solidFill>
              <a:latin typeface="Bahnschrift" panose="020B0502040204020203" pitchFamily="34" charset="0"/>
            </a:endParaRPr>
          </a:p>
        </p:txBody>
      </p:sp>
      <p:pic>
        <p:nvPicPr>
          <p:cNvPr id="9" name="Picture 8">
            <a:extLst>
              <a:ext uri="{FF2B5EF4-FFF2-40B4-BE49-F238E27FC236}">
                <a16:creationId xmlns:a16="http://schemas.microsoft.com/office/drawing/2014/main" id="{7D965F92-0BD2-2130-74F2-246E7BB2E08C}"/>
              </a:ext>
            </a:extLst>
          </p:cNvPr>
          <p:cNvPicPr>
            <a:picLocks noChangeAspect="1"/>
          </p:cNvPicPr>
          <p:nvPr/>
        </p:nvPicPr>
        <p:blipFill>
          <a:blip r:embed="rId4">
            <a:alphaModFix/>
            <a:extLst>
              <a:ext uri="{BEBA8EAE-BF5A-486C-A8C5-ECC9F3942E4B}">
                <a14:imgProps xmlns:a14="http://schemas.microsoft.com/office/drawing/2010/main">
                  <a14:imgLayer r:embed="rId5">
                    <a14:imgEffect>
                      <a14:artisticCrisscrossEtching/>
                    </a14:imgEffect>
                  </a14:imgLayer>
                </a14:imgProps>
              </a:ext>
            </a:extLst>
          </a:blip>
          <a:stretch>
            <a:fillRect/>
          </a:stretch>
        </p:blipFill>
        <p:spPr>
          <a:xfrm>
            <a:off x="8394409" y="4704173"/>
            <a:ext cx="3105582" cy="1495634"/>
          </a:xfrm>
          <a:prstGeom prst="rect">
            <a:avLst/>
          </a:prstGeom>
        </p:spPr>
      </p:pic>
      <p:sp>
        <p:nvSpPr>
          <p:cNvPr id="11" name="TextBox 10">
            <a:extLst>
              <a:ext uri="{FF2B5EF4-FFF2-40B4-BE49-F238E27FC236}">
                <a16:creationId xmlns:a16="http://schemas.microsoft.com/office/drawing/2014/main" id="{733478F4-F10E-F3B9-0D9B-A2C3424546A9}"/>
              </a:ext>
            </a:extLst>
          </p:cNvPr>
          <p:cNvSpPr txBox="1"/>
          <p:nvPr/>
        </p:nvSpPr>
        <p:spPr>
          <a:xfrm>
            <a:off x="469051" y="4528663"/>
            <a:ext cx="7532930" cy="1846788"/>
          </a:xfrm>
          <a:prstGeom prst="rect">
            <a:avLst/>
          </a:prstGeom>
          <a:noFill/>
        </p:spPr>
        <p:txBody>
          <a:bodyPr wrap="square">
            <a:spAutoFit/>
          </a:bodyPr>
          <a:lstStyle/>
          <a:p>
            <a:endParaRPr lang="en-US" sz="1801" dirty="0">
              <a:solidFill>
                <a:srgbClr val="BF9A4A"/>
              </a:solidFill>
              <a:latin typeface="Bahnschrift" panose="020B0502040204020203" pitchFamily="34" charset="0"/>
            </a:endParaRPr>
          </a:p>
          <a:p>
            <a:r>
              <a:rPr lang="en-US" sz="2400" dirty="0">
                <a:solidFill>
                  <a:srgbClr val="BF9A4A"/>
                </a:solidFill>
                <a:latin typeface="Bahnschrift" panose="020B0502040204020203" pitchFamily="34" charset="0"/>
              </a:rPr>
              <a:t>To move the objects frame-by-frame, the engine uses Semi-Implicit Euler Integration, which calculates the new velocity first, then uses it to find the new position:</a:t>
            </a:r>
          </a:p>
        </p:txBody>
      </p:sp>
    </p:spTree>
    <p:extLst>
      <p:ext uri="{BB962C8B-B14F-4D97-AF65-F5344CB8AC3E}">
        <p14:creationId xmlns:p14="http://schemas.microsoft.com/office/powerpoint/2010/main" val="60755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4EE77-439A-4D89-2FA7-C3CE6650A98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6E318BB-423D-3AB4-E40B-02B43BB895E8}"/>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artisticLightScreen/>
                    </a14:imgEffect>
                  </a14:imgLayer>
                </a14:imgProps>
              </a:ext>
              <a:ext uri="{28A0092B-C50C-407E-A947-70E740481C1C}">
                <a14:useLocalDpi xmlns:a14="http://schemas.microsoft.com/office/drawing/2010/main" val="0"/>
              </a:ext>
            </a:extLst>
          </a:blip>
          <a:stretch>
            <a:fillRect/>
          </a:stretch>
        </p:blipFill>
        <p:spPr>
          <a:xfrm>
            <a:off x="2" y="12180"/>
            <a:ext cx="12192000" cy="6817817"/>
          </a:xfrm>
          <a:prstGeom prst="rect">
            <a:avLst/>
          </a:prstGeom>
        </p:spPr>
      </p:pic>
      <p:sp>
        <p:nvSpPr>
          <p:cNvPr id="8" name="Rectangle 4">
            <a:extLst>
              <a:ext uri="{FF2B5EF4-FFF2-40B4-BE49-F238E27FC236}">
                <a16:creationId xmlns:a16="http://schemas.microsoft.com/office/drawing/2014/main" id="{BB7A0691-9351-7689-0223-2A0D512A84F0}"/>
              </a:ext>
            </a:extLst>
          </p:cNvPr>
          <p:cNvSpPr>
            <a:spLocks noChangeArrowheads="1"/>
          </p:cNvSpPr>
          <p:nvPr/>
        </p:nvSpPr>
        <p:spPr bwMode="auto">
          <a:xfrm>
            <a:off x="571503" y="2584507"/>
            <a:ext cx="11049001" cy="3985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1" numCol="1" anchor="ctr" anchorCtr="0" compatLnSpc="1">
            <a:prstTxWarp prst="textNoShape">
              <a:avLst/>
            </a:prstTxWarp>
            <a:spAutoFit/>
          </a:bodyPr>
          <a:lstStyle/>
          <a:p>
            <a:pPr defTabSz="914422" eaLnBrk="0" fontAlgn="base" hangingPunct="0">
              <a:spcBef>
                <a:spcPct val="0"/>
              </a:spcBef>
              <a:spcAft>
                <a:spcPct val="0"/>
              </a:spcAft>
            </a:pPr>
            <a:r>
              <a:rPr lang="en-US" altLang="en-US" sz="2800" b="1" dirty="0">
                <a:solidFill>
                  <a:srgbClr val="B165FB"/>
                </a:solidFill>
                <a:latin typeface="Bahnschrift" panose="020B0502040204020203" pitchFamily="34" charset="0"/>
              </a:rPr>
              <a:t>3. Collision Resolution</a:t>
            </a:r>
          </a:p>
          <a:p>
            <a:pPr defTabSz="914422" eaLnBrk="0" fontAlgn="base" hangingPunct="0">
              <a:spcBef>
                <a:spcPct val="0"/>
              </a:spcBef>
              <a:spcAft>
                <a:spcPct val="0"/>
              </a:spcAft>
            </a:pPr>
            <a:endParaRPr lang="en-US" altLang="en-US" sz="2800" dirty="0">
              <a:solidFill>
                <a:srgbClr val="7030A0"/>
              </a:solidFill>
            </a:endParaRPr>
          </a:p>
          <a:p>
            <a:pPr defTabSz="914422" eaLnBrk="0" fontAlgn="base" hangingPunct="0">
              <a:spcBef>
                <a:spcPct val="0"/>
              </a:spcBef>
              <a:spcAft>
                <a:spcPct val="0"/>
              </a:spcAft>
            </a:pPr>
            <a:r>
              <a:rPr lang="en-US" altLang="en-US" sz="2000" dirty="0">
                <a:solidFill>
                  <a:srgbClr val="BF9A4A"/>
                </a:solidFill>
                <a:latin typeface="Google Sans Text"/>
              </a:rPr>
              <a:t>When two bodies collide, the engine reacts in two required steps:</a:t>
            </a:r>
          </a:p>
          <a:p>
            <a:pPr defTabSz="914422" eaLnBrk="0" fontAlgn="base" hangingPunct="0">
              <a:spcBef>
                <a:spcPct val="0"/>
              </a:spcBef>
              <a:spcAft>
                <a:spcPct val="0"/>
              </a:spcAft>
            </a:pPr>
            <a:endParaRPr lang="en-US" altLang="en-US" sz="2000" dirty="0">
              <a:solidFill>
                <a:schemeClr val="bg1"/>
              </a:solidFill>
            </a:endParaRPr>
          </a:p>
          <a:p>
            <a:pPr defTabSz="914422" eaLnBrk="0" fontAlgn="base" hangingPunct="0">
              <a:spcBef>
                <a:spcPct val="0"/>
              </a:spcBef>
              <a:spcAft>
                <a:spcPct val="0"/>
              </a:spcAft>
              <a:buFontTx/>
              <a:buChar char="•"/>
            </a:pPr>
            <a:r>
              <a:rPr lang="en-US" altLang="en-US" sz="2000" b="1" dirty="0">
                <a:solidFill>
                  <a:schemeClr val="bg1"/>
                </a:solidFill>
                <a:latin typeface="Google Sans Text"/>
              </a:rPr>
              <a:t>Positional Correction:</a:t>
            </a:r>
          </a:p>
          <a:p>
            <a:pPr defTabSz="914422" eaLnBrk="0" fontAlgn="base" hangingPunct="0">
              <a:spcBef>
                <a:spcPct val="0"/>
              </a:spcBef>
              <a:spcAft>
                <a:spcPct val="0"/>
              </a:spcAft>
            </a:pPr>
            <a:r>
              <a:rPr lang="en-US" altLang="en-US" sz="2000" dirty="0">
                <a:solidFill>
                  <a:srgbClr val="BF9A4A"/>
                </a:solidFill>
                <a:latin typeface="Google Sans Text"/>
              </a:rPr>
              <a:t>	It physically translates the objects apart along the collision normal so they no longer overlap, 	preventing them from fusing together.</a:t>
            </a:r>
          </a:p>
          <a:p>
            <a:pPr defTabSz="914422" eaLnBrk="0" fontAlgn="base" hangingPunct="0">
              <a:spcBef>
                <a:spcPct val="0"/>
              </a:spcBef>
              <a:spcAft>
                <a:spcPct val="0"/>
              </a:spcAft>
              <a:buFontTx/>
              <a:buChar char="•"/>
            </a:pPr>
            <a:endParaRPr lang="en-US" altLang="en-US" sz="2000" dirty="0">
              <a:solidFill>
                <a:srgbClr val="BF9A4A"/>
              </a:solidFill>
              <a:latin typeface="Google Sans Text"/>
            </a:endParaRPr>
          </a:p>
          <a:p>
            <a:pPr defTabSz="914422" eaLnBrk="0" fontAlgn="base" hangingPunct="0">
              <a:spcBef>
                <a:spcPct val="0"/>
              </a:spcBef>
              <a:spcAft>
                <a:spcPct val="0"/>
              </a:spcAft>
              <a:buFontTx/>
              <a:buChar char="•"/>
            </a:pPr>
            <a:r>
              <a:rPr lang="en-US" altLang="en-US" sz="2000" b="1" dirty="0">
                <a:solidFill>
                  <a:schemeClr val="bg1"/>
                </a:solidFill>
                <a:latin typeface="Google Sans Text"/>
              </a:rPr>
              <a:t>Impulse Application:</a:t>
            </a:r>
            <a:r>
              <a:rPr lang="en-US" altLang="en-US" sz="2000" dirty="0">
                <a:solidFill>
                  <a:schemeClr val="bg1"/>
                </a:solidFill>
                <a:latin typeface="Google Sans Text"/>
              </a:rPr>
              <a:t> </a:t>
            </a:r>
          </a:p>
          <a:p>
            <a:pPr defTabSz="914422" eaLnBrk="0" fontAlgn="base" hangingPunct="0">
              <a:spcBef>
                <a:spcPct val="0"/>
              </a:spcBef>
              <a:spcAft>
                <a:spcPct val="0"/>
              </a:spcAft>
            </a:pPr>
            <a:r>
              <a:rPr lang="en-US" altLang="en-US" sz="2000" dirty="0">
                <a:solidFill>
                  <a:srgbClr val="BF9A4A"/>
                </a:solidFill>
                <a:latin typeface="Google Sans Text"/>
              </a:rPr>
              <a:t>	It calculates an instantaneous force (impulse) based on the Law of Conservation of 	Momentum and the materials' "bounciness" (Coefficient of Restitution). This impulse alters 	both objects' velocities, inversely scaled by their mass.</a:t>
            </a:r>
          </a:p>
        </p:txBody>
      </p:sp>
      <p:pic>
        <p:nvPicPr>
          <p:cNvPr id="12" name="Picture 11">
            <a:extLst>
              <a:ext uri="{FF2B5EF4-FFF2-40B4-BE49-F238E27FC236}">
                <a16:creationId xmlns:a16="http://schemas.microsoft.com/office/drawing/2014/main" id="{ADDA22DD-CCFC-CFC7-E5B8-5FD75A207081}"/>
              </a:ext>
            </a:extLst>
          </p:cNvPr>
          <p:cNvPicPr>
            <a:picLocks noChangeAspect="1"/>
          </p:cNvPicPr>
          <p:nvPr/>
        </p:nvPicPr>
        <p:blipFill>
          <a:blip r:embed="rId4">
            <a:extLst>
              <a:ext uri="{BEBA8EAE-BF5A-486C-A8C5-ECC9F3942E4B}">
                <a14:imgProps xmlns:a14="http://schemas.microsoft.com/office/drawing/2010/main">
                  <a14:imgLayer r:embed="rId5">
                    <a14:imgEffect>
                      <a14:artisticCrisscrossEtching/>
                    </a14:imgEffect>
                  </a14:imgLayer>
                </a14:imgProps>
              </a:ext>
            </a:extLst>
          </a:blip>
          <a:stretch>
            <a:fillRect/>
          </a:stretch>
        </p:blipFill>
        <p:spPr>
          <a:xfrm>
            <a:off x="6383306" y="1029533"/>
            <a:ext cx="1804004" cy="839598"/>
          </a:xfrm>
          <a:prstGeom prst="rect">
            <a:avLst/>
          </a:prstGeom>
        </p:spPr>
      </p:pic>
      <p:pic>
        <p:nvPicPr>
          <p:cNvPr id="14" name="Picture 13">
            <a:extLst>
              <a:ext uri="{FF2B5EF4-FFF2-40B4-BE49-F238E27FC236}">
                <a16:creationId xmlns:a16="http://schemas.microsoft.com/office/drawing/2014/main" id="{4E04BD23-556A-E4ED-7F63-CFC7B4702FEA}"/>
              </a:ext>
            </a:extLst>
          </p:cNvPr>
          <p:cNvPicPr>
            <a:picLocks noChangeAspect="1"/>
          </p:cNvPicPr>
          <p:nvPr/>
        </p:nvPicPr>
        <p:blipFill>
          <a:blip r:embed="rId6">
            <a:duotone>
              <a:prstClr val="black"/>
              <a:srgbClr val="4E4E4E">
                <a:tint val="45000"/>
                <a:satMod val="400000"/>
              </a:srgbClr>
            </a:duotone>
            <a:extLst>
              <a:ext uri="{BEBA8EAE-BF5A-486C-A8C5-ECC9F3942E4B}">
                <a14:imgProps xmlns:a14="http://schemas.microsoft.com/office/drawing/2010/main">
                  <a14:imgLayer r:embed="rId7">
                    <a14:imgEffect>
                      <a14:artisticFilmGrain/>
                    </a14:imgEffect>
                  </a14:imgLayer>
                </a14:imgProps>
              </a:ext>
            </a:extLst>
          </a:blip>
          <a:stretch>
            <a:fillRect/>
          </a:stretch>
        </p:blipFill>
        <p:spPr>
          <a:xfrm>
            <a:off x="8362759" y="573946"/>
            <a:ext cx="3082290" cy="1750772"/>
          </a:xfrm>
          <a:prstGeom prst="rect">
            <a:avLst/>
          </a:prstGeom>
        </p:spPr>
      </p:pic>
      <p:sp>
        <p:nvSpPr>
          <p:cNvPr id="19" name="TextBox 18">
            <a:extLst>
              <a:ext uri="{FF2B5EF4-FFF2-40B4-BE49-F238E27FC236}">
                <a16:creationId xmlns:a16="http://schemas.microsoft.com/office/drawing/2014/main" id="{EB6712DF-5FB0-325D-E39D-AFB0E491EB0E}"/>
              </a:ext>
            </a:extLst>
          </p:cNvPr>
          <p:cNvSpPr txBox="1"/>
          <p:nvPr/>
        </p:nvSpPr>
        <p:spPr>
          <a:xfrm>
            <a:off x="850045" y="846654"/>
            <a:ext cx="5390388" cy="1631216"/>
          </a:xfrm>
          <a:prstGeom prst="rect">
            <a:avLst/>
          </a:prstGeom>
          <a:noFill/>
        </p:spPr>
        <p:txBody>
          <a:bodyPr wrap="square">
            <a:spAutoFit/>
          </a:bodyPr>
          <a:lstStyle/>
          <a:p>
            <a:pPr defTabSz="914422" eaLnBrk="0" fontAlgn="base" hangingPunct="0">
              <a:spcBef>
                <a:spcPct val="0"/>
              </a:spcBef>
              <a:spcAft>
                <a:spcPct val="0"/>
              </a:spcAft>
            </a:pPr>
            <a:r>
              <a:rPr lang="en-US" altLang="en-US" sz="2000" dirty="0">
                <a:solidFill>
                  <a:srgbClr val="BF9A4A"/>
                </a:solidFill>
                <a:latin typeface="Bahnschrift" panose="020B0502040204020203" pitchFamily="34" charset="0"/>
              </a:rPr>
              <a:t>The system checks for intersections between circular bodies by calculating the distance between their centers using vector mathematics. If the distance is less than the sum of their radii ,a collision is registered:</a:t>
            </a:r>
          </a:p>
        </p:txBody>
      </p:sp>
      <p:sp>
        <p:nvSpPr>
          <p:cNvPr id="21" name="TextBox 20">
            <a:extLst>
              <a:ext uri="{FF2B5EF4-FFF2-40B4-BE49-F238E27FC236}">
                <a16:creationId xmlns:a16="http://schemas.microsoft.com/office/drawing/2014/main" id="{C2840B36-E9B3-3501-72E8-AC92BA736C3B}"/>
              </a:ext>
            </a:extLst>
          </p:cNvPr>
          <p:cNvSpPr txBox="1"/>
          <p:nvPr/>
        </p:nvSpPr>
        <p:spPr>
          <a:xfrm>
            <a:off x="571503" y="246527"/>
            <a:ext cx="6094476" cy="523220"/>
          </a:xfrm>
          <a:prstGeom prst="rect">
            <a:avLst/>
          </a:prstGeom>
          <a:noFill/>
        </p:spPr>
        <p:txBody>
          <a:bodyPr wrap="square">
            <a:spAutoFit/>
          </a:bodyPr>
          <a:lstStyle/>
          <a:p>
            <a:pPr defTabSz="914422" eaLnBrk="0" fontAlgn="base" hangingPunct="0">
              <a:spcBef>
                <a:spcPct val="0"/>
              </a:spcBef>
              <a:spcAft>
                <a:spcPct val="0"/>
              </a:spcAft>
            </a:pPr>
            <a:r>
              <a:rPr lang="en-US" altLang="en-US" sz="2800" b="1" dirty="0">
                <a:solidFill>
                  <a:srgbClr val="B165FB"/>
                </a:solidFill>
                <a:latin typeface="Google Sans Text"/>
              </a:rPr>
              <a:t>2. Collision</a:t>
            </a:r>
          </a:p>
        </p:txBody>
      </p:sp>
    </p:spTree>
    <p:extLst>
      <p:ext uri="{BB962C8B-B14F-4D97-AF65-F5344CB8AC3E}">
        <p14:creationId xmlns:p14="http://schemas.microsoft.com/office/powerpoint/2010/main" val="174511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C3AAA-1A2A-8346-501C-076D78155DC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3FB575B-8010-8682-2448-D54DAFEB17FC}"/>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artisticLightScreen/>
                    </a14:imgEffect>
                  </a14:imgLayer>
                </a14:imgProps>
              </a:ext>
              <a:ext uri="{28A0092B-C50C-407E-A947-70E740481C1C}">
                <a14:useLocalDpi xmlns:a14="http://schemas.microsoft.com/office/drawing/2010/main" val="0"/>
              </a:ext>
            </a:extLst>
          </a:blip>
          <a:stretch>
            <a:fillRect/>
          </a:stretch>
        </p:blipFill>
        <p:spPr>
          <a:xfrm>
            <a:off x="2" y="12180"/>
            <a:ext cx="12192000" cy="6817817"/>
          </a:xfrm>
          <a:prstGeom prst="rect">
            <a:avLst/>
          </a:prstGeom>
        </p:spPr>
      </p:pic>
      <p:sp>
        <p:nvSpPr>
          <p:cNvPr id="3" name="TextBox 2">
            <a:extLst>
              <a:ext uri="{FF2B5EF4-FFF2-40B4-BE49-F238E27FC236}">
                <a16:creationId xmlns:a16="http://schemas.microsoft.com/office/drawing/2014/main" id="{41BF23E7-37AD-87C5-D4F7-59233A3F500D}"/>
              </a:ext>
            </a:extLst>
          </p:cNvPr>
          <p:cNvSpPr txBox="1"/>
          <p:nvPr/>
        </p:nvSpPr>
        <p:spPr>
          <a:xfrm>
            <a:off x="395480" y="325827"/>
            <a:ext cx="7925563" cy="584775"/>
          </a:xfrm>
          <a:prstGeom prst="rect">
            <a:avLst/>
          </a:prstGeom>
          <a:noFill/>
        </p:spPr>
        <p:txBody>
          <a:bodyPr wrap="square">
            <a:spAutoFit/>
          </a:bodyPr>
          <a:lstStyle/>
          <a:p>
            <a:pPr>
              <a:buNone/>
            </a:pPr>
            <a:r>
              <a:rPr lang="en-US" sz="3200" b="1" dirty="0">
                <a:solidFill>
                  <a:srgbClr val="B165FB"/>
                </a:solidFill>
                <a:latin typeface="Bahnschrift" panose="020B0502040204020203" pitchFamily="34" charset="0"/>
              </a:rPr>
              <a:t>4. Object-Oriented Architecture</a:t>
            </a:r>
            <a:r>
              <a:rPr lang="en-US" sz="3200" dirty="0">
                <a:solidFill>
                  <a:srgbClr val="B165FB"/>
                </a:solidFill>
                <a:latin typeface="Bahnschrift" panose="020B0502040204020203" pitchFamily="34" charset="0"/>
              </a:rPr>
              <a:t> </a:t>
            </a:r>
          </a:p>
        </p:txBody>
      </p:sp>
      <p:pic>
        <p:nvPicPr>
          <p:cNvPr id="5" name="Picture 4">
            <a:extLst>
              <a:ext uri="{FF2B5EF4-FFF2-40B4-BE49-F238E27FC236}">
                <a16:creationId xmlns:a16="http://schemas.microsoft.com/office/drawing/2014/main" id="{0ED95323-ACA4-8D4F-74E5-113EFA53C384}"/>
              </a:ext>
            </a:extLst>
          </p:cNvPr>
          <p:cNvPicPr>
            <a:picLocks noChangeAspect="1"/>
          </p:cNvPicPr>
          <p:nvPr/>
        </p:nvPicPr>
        <p:blipFill>
          <a:blip r:embed="rId4"/>
          <a:stretch>
            <a:fillRect/>
          </a:stretch>
        </p:blipFill>
        <p:spPr>
          <a:xfrm>
            <a:off x="5907024" y="1378813"/>
            <a:ext cx="5907787" cy="4100382"/>
          </a:xfrm>
          <a:prstGeom prst="rect">
            <a:avLst/>
          </a:prstGeom>
        </p:spPr>
      </p:pic>
      <p:sp>
        <p:nvSpPr>
          <p:cNvPr id="9" name="TextBox 8">
            <a:extLst>
              <a:ext uri="{FF2B5EF4-FFF2-40B4-BE49-F238E27FC236}">
                <a16:creationId xmlns:a16="http://schemas.microsoft.com/office/drawing/2014/main" id="{62BD634D-7927-0A27-EA03-2D83660525E2}"/>
              </a:ext>
            </a:extLst>
          </p:cNvPr>
          <p:cNvSpPr txBox="1"/>
          <p:nvPr/>
        </p:nvSpPr>
        <p:spPr>
          <a:xfrm>
            <a:off x="174880" y="1224252"/>
            <a:ext cx="5557266" cy="5080622"/>
          </a:xfrm>
          <a:prstGeom prst="rect">
            <a:avLst/>
          </a:prstGeom>
          <a:noFill/>
        </p:spPr>
        <p:txBody>
          <a:bodyPr wrap="square">
            <a:spAutoFit/>
          </a:bodyPr>
          <a:lstStyle/>
          <a:p>
            <a:pPr>
              <a:buNone/>
            </a:pPr>
            <a:r>
              <a:rPr lang="en-US" sz="1801" dirty="0">
                <a:solidFill>
                  <a:srgbClr val="BF9A4A"/>
                </a:solidFill>
                <a:latin typeface="Bahnschrift" panose="020B0502040204020203" pitchFamily="34" charset="0"/>
              </a:rPr>
              <a:t>The simulation's math is strictly encapsulated into a C++ class hierarchy:</a:t>
            </a:r>
          </a:p>
          <a:p>
            <a:pPr>
              <a:buFont typeface="Arial" panose="020B0604020202020204" pitchFamily="34" charset="0"/>
              <a:buChar char="•"/>
            </a:pPr>
            <a:endParaRPr lang="en-US" sz="1801" dirty="0">
              <a:solidFill>
                <a:srgbClr val="BF9A4A"/>
              </a:solidFill>
              <a:latin typeface="Bahnschrift" panose="020B0502040204020203" pitchFamily="34" charset="0"/>
            </a:endParaRPr>
          </a:p>
          <a:p>
            <a:pPr>
              <a:buFont typeface="Arial" panose="020B0604020202020204" pitchFamily="34" charset="0"/>
              <a:buChar char="•"/>
            </a:pPr>
            <a:r>
              <a:rPr lang="en-US" sz="1801" dirty="0">
                <a:solidFill>
                  <a:schemeClr val="bg1"/>
                </a:solidFill>
                <a:latin typeface="Bahnschrift" panose="020B0502040204020203" pitchFamily="34" charset="0"/>
              </a:rPr>
              <a:t>Vector2D: </a:t>
            </a:r>
          </a:p>
          <a:p>
            <a:pPr>
              <a:buFont typeface="Arial" panose="020B0604020202020204" pitchFamily="34" charset="0"/>
              <a:buChar char="•"/>
            </a:pPr>
            <a:endParaRPr lang="en-US" sz="1801" dirty="0">
              <a:solidFill>
                <a:schemeClr val="bg1"/>
              </a:solidFill>
              <a:latin typeface="Bahnschrift" panose="020B0502040204020203" pitchFamily="34" charset="0"/>
            </a:endParaRPr>
          </a:p>
          <a:p>
            <a:pPr>
              <a:buFont typeface="Arial" panose="020B0604020202020204" pitchFamily="34" charset="0"/>
              <a:buChar char="•"/>
            </a:pPr>
            <a:r>
              <a:rPr lang="en-US" sz="1801" dirty="0">
                <a:solidFill>
                  <a:srgbClr val="BF9A4A"/>
                </a:solidFill>
                <a:latin typeface="Bahnschrift" panose="020B0502040204020203" pitchFamily="34" charset="0"/>
              </a:rPr>
              <a:t>A struct dedicated purely to geometric math (dot products, normalization).</a:t>
            </a:r>
          </a:p>
          <a:p>
            <a:pPr>
              <a:buFont typeface="Arial" panose="020B0604020202020204" pitchFamily="34" charset="0"/>
              <a:buChar char="•"/>
            </a:pPr>
            <a:endParaRPr lang="en-US" sz="1801" dirty="0">
              <a:solidFill>
                <a:srgbClr val="BF9A4A"/>
              </a:solidFill>
              <a:latin typeface="Bahnschrift" panose="020B0502040204020203" pitchFamily="34" charset="0"/>
            </a:endParaRPr>
          </a:p>
          <a:p>
            <a:pPr>
              <a:buFont typeface="Arial" panose="020B0604020202020204" pitchFamily="34" charset="0"/>
              <a:buChar char="•"/>
            </a:pPr>
            <a:r>
              <a:rPr lang="en-US" sz="1801" dirty="0">
                <a:solidFill>
                  <a:schemeClr val="bg1"/>
                </a:solidFill>
                <a:latin typeface="Bahnschrift" panose="020B0502040204020203" pitchFamily="34" charset="0"/>
              </a:rPr>
              <a:t>Rigid Body: </a:t>
            </a:r>
          </a:p>
          <a:p>
            <a:pPr>
              <a:buFont typeface="Arial" panose="020B0604020202020204" pitchFamily="34" charset="0"/>
              <a:buChar char="•"/>
            </a:pPr>
            <a:endParaRPr lang="en-US" sz="1801" dirty="0">
              <a:solidFill>
                <a:schemeClr val="bg1"/>
              </a:solidFill>
              <a:latin typeface="Bahnschrift" panose="020B0502040204020203" pitchFamily="34" charset="0"/>
            </a:endParaRPr>
          </a:p>
          <a:p>
            <a:pPr>
              <a:buFont typeface="Arial" panose="020B0604020202020204" pitchFamily="34" charset="0"/>
              <a:buChar char="•"/>
            </a:pPr>
            <a:r>
              <a:rPr lang="en-US" sz="1801" dirty="0">
                <a:solidFill>
                  <a:srgbClr val="BF9A4A"/>
                </a:solidFill>
                <a:latin typeface="Bahnschrift" panose="020B0502040204020203" pitchFamily="34" charset="0"/>
              </a:rPr>
              <a:t>Encapsulates physical state parameters and executes numerical integration.</a:t>
            </a:r>
          </a:p>
          <a:p>
            <a:pPr>
              <a:buFont typeface="Arial" panose="020B0604020202020204" pitchFamily="34" charset="0"/>
              <a:buChar char="•"/>
            </a:pPr>
            <a:endParaRPr lang="en-US" sz="1801" dirty="0">
              <a:solidFill>
                <a:schemeClr val="bg1"/>
              </a:solidFill>
              <a:latin typeface="Bahnschrift" panose="020B0502040204020203" pitchFamily="34" charset="0"/>
            </a:endParaRPr>
          </a:p>
          <a:p>
            <a:pPr>
              <a:buFont typeface="Arial" panose="020B0604020202020204" pitchFamily="34" charset="0"/>
              <a:buChar char="•"/>
            </a:pPr>
            <a:r>
              <a:rPr lang="en-US" sz="1801" dirty="0">
                <a:solidFill>
                  <a:schemeClr val="bg1"/>
                </a:solidFill>
                <a:latin typeface="Bahnschrift" panose="020B0502040204020203" pitchFamily="34" charset="0"/>
              </a:rPr>
              <a:t>Physics World:</a:t>
            </a:r>
          </a:p>
          <a:p>
            <a:pPr>
              <a:buFont typeface="Arial" panose="020B0604020202020204" pitchFamily="34" charset="0"/>
              <a:buChar char="•"/>
            </a:pPr>
            <a:endParaRPr lang="en-US" sz="1801" dirty="0">
              <a:solidFill>
                <a:schemeClr val="bg1"/>
              </a:solidFill>
              <a:latin typeface="Bahnschrift" panose="020B0502040204020203" pitchFamily="34" charset="0"/>
            </a:endParaRPr>
          </a:p>
          <a:p>
            <a:pPr>
              <a:buFont typeface="Arial" panose="020B0604020202020204" pitchFamily="34" charset="0"/>
              <a:buChar char="•"/>
            </a:pPr>
            <a:r>
              <a:rPr lang="en-US" sz="1801" dirty="0">
                <a:solidFill>
                  <a:srgbClr val="BF9A4A"/>
                </a:solidFill>
                <a:latin typeface="Bahnschrift" panose="020B0502040204020203" pitchFamily="34" charset="0"/>
              </a:rPr>
              <a:t>The mediator class that applies global forces (like gravity) and iterates through the object arrays to detect and resolve collisions.</a:t>
            </a:r>
          </a:p>
        </p:txBody>
      </p:sp>
    </p:spTree>
    <p:extLst>
      <p:ext uri="{BB962C8B-B14F-4D97-AF65-F5344CB8AC3E}">
        <p14:creationId xmlns:p14="http://schemas.microsoft.com/office/powerpoint/2010/main" val="600315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8BEA3-14F5-54F9-69EF-B00C22E38CC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114CAAB-F0B5-C02A-A9F1-8F854CBF2B09}"/>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artisticLightScreen/>
                    </a14:imgEffect>
                  </a14:imgLayer>
                </a14:imgProps>
              </a:ext>
              <a:ext uri="{28A0092B-C50C-407E-A947-70E740481C1C}">
                <a14:useLocalDpi xmlns:a14="http://schemas.microsoft.com/office/drawing/2010/main" val="0"/>
              </a:ext>
            </a:extLst>
          </a:blip>
          <a:stretch>
            <a:fillRect/>
          </a:stretch>
        </p:blipFill>
        <p:spPr>
          <a:xfrm>
            <a:off x="2" y="12180"/>
            <a:ext cx="12192000" cy="6817817"/>
          </a:xfrm>
          <a:prstGeom prst="rect">
            <a:avLst/>
          </a:prstGeom>
        </p:spPr>
      </p:pic>
      <p:sp>
        <p:nvSpPr>
          <p:cNvPr id="2" name="TextBox 1">
            <a:extLst>
              <a:ext uri="{FF2B5EF4-FFF2-40B4-BE49-F238E27FC236}">
                <a16:creationId xmlns:a16="http://schemas.microsoft.com/office/drawing/2014/main" id="{08496C83-E991-37BD-1072-AFE75CF6034C}"/>
              </a:ext>
            </a:extLst>
          </p:cNvPr>
          <p:cNvSpPr txBox="1"/>
          <p:nvPr/>
        </p:nvSpPr>
        <p:spPr>
          <a:xfrm>
            <a:off x="4812796" y="28005"/>
            <a:ext cx="2566416" cy="1015663"/>
          </a:xfrm>
          <a:prstGeom prst="rect">
            <a:avLst/>
          </a:prstGeom>
          <a:noFill/>
        </p:spPr>
        <p:txBody>
          <a:bodyPr wrap="square" rtlCol="0">
            <a:spAutoFit/>
          </a:bodyPr>
          <a:lstStyle/>
          <a:p>
            <a:r>
              <a:rPr lang="en-US" sz="6000" dirty="0">
                <a:solidFill>
                  <a:srgbClr val="B165FB"/>
                </a:solidFill>
                <a:latin typeface="Agency FB" panose="020B0503020202020204" pitchFamily="34" charset="0"/>
              </a:rPr>
              <a:t>THE CODE</a:t>
            </a:r>
            <a:endParaRPr lang="en-IN" sz="6000" dirty="0">
              <a:solidFill>
                <a:srgbClr val="B165FB"/>
              </a:solidFill>
              <a:latin typeface="Agency FB" panose="020B0503020202020204" pitchFamily="34" charset="0"/>
            </a:endParaRPr>
          </a:p>
        </p:txBody>
      </p:sp>
      <p:pic>
        <p:nvPicPr>
          <p:cNvPr id="13" name="Picture 12">
            <a:extLst>
              <a:ext uri="{FF2B5EF4-FFF2-40B4-BE49-F238E27FC236}">
                <a16:creationId xmlns:a16="http://schemas.microsoft.com/office/drawing/2014/main" id="{06C72ACA-7648-BEEA-B784-63BA9B153641}"/>
              </a:ext>
            </a:extLst>
          </p:cNvPr>
          <p:cNvPicPr>
            <a:picLocks noChangeAspect="1"/>
          </p:cNvPicPr>
          <p:nvPr/>
        </p:nvPicPr>
        <p:blipFill>
          <a:blip r:embed="rId4"/>
          <a:stretch>
            <a:fillRect/>
          </a:stretch>
        </p:blipFill>
        <p:spPr>
          <a:xfrm>
            <a:off x="363869" y="1253346"/>
            <a:ext cx="11464261" cy="4351308"/>
          </a:xfrm>
          <a:prstGeom prst="rect">
            <a:avLst/>
          </a:prstGeom>
        </p:spPr>
      </p:pic>
    </p:spTree>
    <p:extLst>
      <p:ext uri="{BB962C8B-B14F-4D97-AF65-F5344CB8AC3E}">
        <p14:creationId xmlns:p14="http://schemas.microsoft.com/office/powerpoint/2010/main" val="3622449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A7580-45CD-678B-984A-43DCF7C872F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8E91E8E-4B84-4286-45C3-E1E6542016F6}"/>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artisticLightScreen/>
                    </a14:imgEffect>
                  </a14:imgLayer>
                </a14:imgProps>
              </a:ext>
              <a:ext uri="{28A0092B-C50C-407E-A947-70E740481C1C}">
                <a14:useLocalDpi xmlns:a14="http://schemas.microsoft.com/office/drawing/2010/main" val="0"/>
              </a:ext>
            </a:extLst>
          </a:blip>
          <a:stretch>
            <a:fillRect/>
          </a:stretch>
        </p:blipFill>
        <p:spPr>
          <a:xfrm>
            <a:off x="2" y="12180"/>
            <a:ext cx="12192000" cy="6817817"/>
          </a:xfrm>
          <a:prstGeom prst="rect">
            <a:avLst/>
          </a:prstGeom>
        </p:spPr>
      </p:pic>
      <p:pic>
        <p:nvPicPr>
          <p:cNvPr id="3" name="Picture 2">
            <a:extLst>
              <a:ext uri="{FF2B5EF4-FFF2-40B4-BE49-F238E27FC236}">
                <a16:creationId xmlns:a16="http://schemas.microsoft.com/office/drawing/2014/main" id="{D6577D69-C40F-1E03-F58C-EFB30724DA7D}"/>
              </a:ext>
            </a:extLst>
          </p:cNvPr>
          <p:cNvPicPr>
            <a:picLocks noChangeAspect="1"/>
          </p:cNvPicPr>
          <p:nvPr/>
        </p:nvPicPr>
        <p:blipFill>
          <a:blip r:embed="rId4"/>
          <a:stretch>
            <a:fillRect/>
          </a:stretch>
        </p:blipFill>
        <p:spPr>
          <a:xfrm>
            <a:off x="295154" y="721517"/>
            <a:ext cx="11601691" cy="5414966"/>
          </a:xfrm>
          <a:prstGeom prst="rect">
            <a:avLst/>
          </a:prstGeom>
        </p:spPr>
      </p:pic>
    </p:spTree>
    <p:extLst>
      <p:ext uri="{BB962C8B-B14F-4D97-AF65-F5344CB8AC3E}">
        <p14:creationId xmlns:p14="http://schemas.microsoft.com/office/powerpoint/2010/main" val="468978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F63B6-BCA5-6442-6700-C36C03E95EE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F99FE5C-DC1A-E5A3-C734-6B79EEC54306}"/>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artisticLightScreen/>
                    </a14:imgEffect>
                  </a14:imgLayer>
                </a14:imgProps>
              </a:ext>
              <a:ext uri="{28A0092B-C50C-407E-A947-70E740481C1C}">
                <a14:useLocalDpi xmlns:a14="http://schemas.microsoft.com/office/drawing/2010/main" val="0"/>
              </a:ext>
            </a:extLst>
          </a:blip>
          <a:stretch>
            <a:fillRect/>
          </a:stretch>
        </p:blipFill>
        <p:spPr>
          <a:xfrm>
            <a:off x="2" y="12180"/>
            <a:ext cx="12192000" cy="6817817"/>
          </a:xfrm>
          <a:prstGeom prst="rect">
            <a:avLst/>
          </a:prstGeom>
        </p:spPr>
      </p:pic>
      <p:pic>
        <p:nvPicPr>
          <p:cNvPr id="3" name="Picture 2">
            <a:extLst>
              <a:ext uri="{FF2B5EF4-FFF2-40B4-BE49-F238E27FC236}">
                <a16:creationId xmlns:a16="http://schemas.microsoft.com/office/drawing/2014/main" id="{19528CDC-53D0-FE43-BA15-CD22636DA0C0}"/>
              </a:ext>
            </a:extLst>
          </p:cNvPr>
          <p:cNvPicPr>
            <a:picLocks noChangeAspect="1"/>
          </p:cNvPicPr>
          <p:nvPr/>
        </p:nvPicPr>
        <p:blipFill>
          <a:blip r:embed="rId4"/>
          <a:stretch>
            <a:fillRect/>
          </a:stretch>
        </p:blipFill>
        <p:spPr>
          <a:xfrm>
            <a:off x="153842" y="627743"/>
            <a:ext cx="11884315" cy="5602513"/>
          </a:xfrm>
          <a:prstGeom prst="rect">
            <a:avLst/>
          </a:prstGeom>
        </p:spPr>
      </p:pic>
    </p:spTree>
    <p:extLst>
      <p:ext uri="{BB962C8B-B14F-4D97-AF65-F5344CB8AC3E}">
        <p14:creationId xmlns:p14="http://schemas.microsoft.com/office/powerpoint/2010/main" val="1985883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5FE0B-E2A5-969B-7E9D-B151B3F2C46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362FA45-9F4F-72B3-AF28-45BC4D16457C}"/>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artisticLightScreen/>
                    </a14:imgEffect>
                  </a14:imgLayer>
                </a14:imgProps>
              </a:ext>
              <a:ext uri="{28A0092B-C50C-407E-A947-70E740481C1C}">
                <a14:useLocalDpi xmlns:a14="http://schemas.microsoft.com/office/drawing/2010/main" val="0"/>
              </a:ext>
            </a:extLst>
          </a:blip>
          <a:stretch>
            <a:fillRect/>
          </a:stretch>
        </p:blipFill>
        <p:spPr>
          <a:xfrm>
            <a:off x="2" y="12180"/>
            <a:ext cx="12192000" cy="6817817"/>
          </a:xfrm>
          <a:prstGeom prst="rect">
            <a:avLst/>
          </a:prstGeom>
        </p:spPr>
      </p:pic>
      <p:pic>
        <p:nvPicPr>
          <p:cNvPr id="3" name="Picture 2">
            <a:extLst>
              <a:ext uri="{FF2B5EF4-FFF2-40B4-BE49-F238E27FC236}">
                <a16:creationId xmlns:a16="http://schemas.microsoft.com/office/drawing/2014/main" id="{718A00D8-DB15-CC86-DFE8-876F029F03EF}"/>
              </a:ext>
            </a:extLst>
          </p:cNvPr>
          <p:cNvPicPr>
            <a:picLocks noChangeAspect="1"/>
          </p:cNvPicPr>
          <p:nvPr/>
        </p:nvPicPr>
        <p:blipFill>
          <a:blip r:embed="rId4"/>
          <a:stretch>
            <a:fillRect/>
          </a:stretch>
        </p:blipFill>
        <p:spPr>
          <a:xfrm>
            <a:off x="196769" y="802498"/>
            <a:ext cx="11798461" cy="5253003"/>
          </a:xfrm>
          <a:prstGeom prst="rect">
            <a:avLst/>
          </a:prstGeom>
        </p:spPr>
      </p:pic>
    </p:spTree>
    <p:extLst>
      <p:ext uri="{BB962C8B-B14F-4D97-AF65-F5344CB8AC3E}">
        <p14:creationId xmlns:p14="http://schemas.microsoft.com/office/powerpoint/2010/main" val="3981112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2C650-3693-AAE8-DD84-E1C1032CFA3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17F9537-E35A-1AF0-D6E6-0AC74FD4A9AC}"/>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artisticLightScreen/>
                    </a14:imgEffect>
                  </a14:imgLayer>
                </a14:imgProps>
              </a:ext>
              <a:ext uri="{28A0092B-C50C-407E-A947-70E740481C1C}">
                <a14:useLocalDpi xmlns:a14="http://schemas.microsoft.com/office/drawing/2010/main" val="0"/>
              </a:ext>
            </a:extLst>
          </a:blip>
          <a:stretch>
            <a:fillRect/>
          </a:stretch>
        </p:blipFill>
        <p:spPr>
          <a:xfrm>
            <a:off x="2" y="12180"/>
            <a:ext cx="12192000" cy="6817817"/>
          </a:xfrm>
          <a:prstGeom prst="rect">
            <a:avLst/>
          </a:prstGeom>
        </p:spPr>
      </p:pic>
      <p:pic>
        <p:nvPicPr>
          <p:cNvPr id="3" name="Picture 2">
            <a:extLst>
              <a:ext uri="{FF2B5EF4-FFF2-40B4-BE49-F238E27FC236}">
                <a16:creationId xmlns:a16="http://schemas.microsoft.com/office/drawing/2014/main" id="{65AABED6-FB9F-3981-143B-258F5651E470}"/>
              </a:ext>
            </a:extLst>
          </p:cNvPr>
          <p:cNvPicPr>
            <a:picLocks noChangeAspect="1"/>
          </p:cNvPicPr>
          <p:nvPr/>
        </p:nvPicPr>
        <p:blipFill>
          <a:blip r:embed="rId4"/>
          <a:stretch>
            <a:fillRect/>
          </a:stretch>
        </p:blipFill>
        <p:spPr>
          <a:xfrm>
            <a:off x="137736" y="493512"/>
            <a:ext cx="11916528" cy="5870975"/>
          </a:xfrm>
          <a:prstGeom prst="rect">
            <a:avLst/>
          </a:prstGeom>
        </p:spPr>
      </p:pic>
    </p:spTree>
    <p:extLst>
      <p:ext uri="{BB962C8B-B14F-4D97-AF65-F5344CB8AC3E}">
        <p14:creationId xmlns:p14="http://schemas.microsoft.com/office/powerpoint/2010/main" val="32373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6BF72-63E9-5ACC-14A8-D998E580789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BC0BB4C-99A1-4A78-57BC-8E94437DFE0F}"/>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artisticLightScreen/>
                    </a14:imgEffect>
                  </a14:imgLayer>
                </a14:imgProps>
              </a:ext>
              <a:ext uri="{28A0092B-C50C-407E-A947-70E740481C1C}">
                <a14:useLocalDpi xmlns:a14="http://schemas.microsoft.com/office/drawing/2010/main" val="0"/>
              </a:ext>
            </a:extLst>
          </a:blip>
          <a:stretch>
            <a:fillRect/>
          </a:stretch>
        </p:blipFill>
        <p:spPr>
          <a:xfrm>
            <a:off x="2" y="12180"/>
            <a:ext cx="12192000" cy="6817817"/>
          </a:xfrm>
          <a:prstGeom prst="rect">
            <a:avLst/>
          </a:prstGeom>
        </p:spPr>
      </p:pic>
      <p:sp>
        <p:nvSpPr>
          <p:cNvPr id="2" name="TextBox 1">
            <a:extLst>
              <a:ext uri="{FF2B5EF4-FFF2-40B4-BE49-F238E27FC236}">
                <a16:creationId xmlns:a16="http://schemas.microsoft.com/office/drawing/2014/main" id="{164E27A1-5A31-BD41-395E-86CB4ED837AB}"/>
              </a:ext>
            </a:extLst>
          </p:cNvPr>
          <p:cNvSpPr txBox="1"/>
          <p:nvPr/>
        </p:nvSpPr>
        <p:spPr>
          <a:xfrm>
            <a:off x="5077428" y="162046"/>
            <a:ext cx="2037144" cy="1015663"/>
          </a:xfrm>
          <a:prstGeom prst="rect">
            <a:avLst/>
          </a:prstGeom>
          <a:noFill/>
        </p:spPr>
        <p:txBody>
          <a:bodyPr wrap="square" rtlCol="0">
            <a:spAutoFit/>
          </a:bodyPr>
          <a:lstStyle/>
          <a:p>
            <a:r>
              <a:rPr lang="en-US" sz="6000" dirty="0">
                <a:solidFill>
                  <a:srgbClr val="B165FB"/>
                </a:solidFill>
                <a:latin typeface="Agency FB" panose="020B0503020202020204" pitchFamily="34" charset="0"/>
              </a:rPr>
              <a:t>OUTPUT</a:t>
            </a:r>
            <a:endParaRPr lang="en-IN" sz="6000" dirty="0">
              <a:solidFill>
                <a:srgbClr val="B165FB"/>
              </a:solidFill>
              <a:latin typeface="Agency FB" panose="020B0503020202020204" pitchFamily="34" charset="0"/>
            </a:endParaRPr>
          </a:p>
        </p:txBody>
      </p:sp>
      <p:pic>
        <p:nvPicPr>
          <p:cNvPr id="5" name="Picture 4">
            <a:extLst>
              <a:ext uri="{FF2B5EF4-FFF2-40B4-BE49-F238E27FC236}">
                <a16:creationId xmlns:a16="http://schemas.microsoft.com/office/drawing/2014/main" id="{C9A074BA-16AF-2A7E-BA90-CB14CBA106BD}"/>
              </a:ext>
            </a:extLst>
          </p:cNvPr>
          <p:cNvPicPr>
            <a:picLocks noChangeAspect="1"/>
          </p:cNvPicPr>
          <p:nvPr/>
        </p:nvPicPr>
        <p:blipFill>
          <a:blip r:embed="rId4"/>
          <a:stretch>
            <a:fillRect/>
          </a:stretch>
        </p:blipFill>
        <p:spPr>
          <a:xfrm>
            <a:off x="1298293" y="1327575"/>
            <a:ext cx="9595413" cy="5270227"/>
          </a:xfrm>
          <a:prstGeom prst="rect">
            <a:avLst/>
          </a:prstGeom>
        </p:spPr>
      </p:pic>
    </p:spTree>
    <p:extLst>
      <p:ext uri="{BB962C8B-B14F-4D97-AF65-F5344CB8AC3E}">
        <p14:creationId xmlns:p14="http://schemas.microsoft.com/office/powerpoint/2010/main" val="1151057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C924B-8608-0305-8C1C-26F53E47AEF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8044FD2-8E1D-E0AF-BEF2-D840D124D5E4}"/>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artisticLightScreen/>
                    </a14:imgEffect>
                  </a14:imgLayer>
                </a14:imgProps>
              </a:ext>
              <a:ext uri="{28A0092B-C50C-407E-A947-70E740481C1C}">
                <a14:useLocalDpi xmlns:a14="http://schemas.microsoft.com/office/drawing/2010/main" val="0"/>
              </a:ext>
            </a:extLst>
          </a:blip>
          <a:stretch>
            <a:fillRect/>
          </a:stretch>
        </p:blipFill>
        <p:spPr>
          <a:xfrm>
            <a:off x="2" y="12180"/>
            <a:ext cx="12192000" cy="6817817"/>
          </a:xfrm>
          <a:prstGeom prst="rect">
            <a:avLst/>
          </a:prstGeom>
        </p:spPr>
      </p:pic>
      <p:sp>
        <p:nvSpPr>
          <p:cNvPr id="2" name="TextBox 1">
            <a:extLst>
              <a:ext uri="{FF2B5EF4-FFF2-40B4-BE49-F238E27FC236}">
                <a16:creationId xmlns:a16="http://schemas.microsoft.com/office/drawing/2014/main" id="{47D1A2B7-57DB-6184-B6C1-9E0EE5D385C3}"/>
              </a:ext>
            </a:extLst>
          </p:cNvPr>
          <p:cNvSpPr txBox="1"/>
          <p:nvPr/>
        </p:nvSpPr>
        <p:spPr>
          <a:xfrm>
            <a:off x="5077428" y="162046"/>
            <a:ext cx="2037144" cy="1015663"/>
          </a:xfrm>
          <a:prstGeom prst="rect">
            <a:avLst/>
          </a:prstGeom>
          <a:noFill/>
        </p:spPr>
        <p:txBody>
          <a:bodyPr wrap="square" rtlCol="0">
            <a:spAutoFit/>
          </a:bodyPr>
          <a:lstStyle/>
          <a:p>
            <a:r>
              <a:rPr lang="en-US" sz="6000" dirty="0">
                <a:solidFill>
                  <a:srgbClr val="B165FB"/>
                </a:solidFill>
                <a:latin typeface="Agency FB" panose="020B0503020202020204" pitchFamily="34" charset="0"/>
              </a:rPr>
              <a:t>OUTPUT</a:t>
            </a:r>
            <a:endParaRPr lang="en-IN" sz="6000" dirty="0">
              <a:solidFill>
                <a:srgbClr val="B165FB"/>
              </a:solidFill>
              <a:latin typeface="Agency FB" panose="020B0503020202020204" pitchFamily="34" charset="0"/>
            </a:endParaRPr>
          </a:p>
        </p:txBody>
      </p:sp>
      <p:pic>
        <p:nvPicPr>
          <p:cNvPr id="7" name="Picture 6">
            <a:extLst>
              <a:ext uri="{FF2B5EF4-FFF2-40B4-BE49-F238E27FC236}">
                <a16:creationId xmlns:a16="http://schemas.microsoft.com/office/drawing/2014/main" id="{33EE1719-F364-A388-11BA-679AE6B09FD3}"/>
              </a:ext>
            </a:extLst>
          </p:cNvPr>
          <p:cNvPicPr>
            <a:picLocks noChangeAspect="1"/>
          </p:cNvPicPr>
          <p:nvPr/>
        </p:nvPicPr>
        <p:blipFill>
          <a:blip r:embed="rId4"/>
          <a:stretch>
            <a:fillRect/>
          </a:stretch>
        </p:blipFill>
        <p:spPr>
          <a:xfrm>
            <a:off x="1305529" y="1177709"/>
            <a:ext cx="9580941" cy="5387095"/>
          </a:xfrm>
          <a:prstGeom prst="rect">
            <a:avLst/>
          </a:prstGeom>
        </p:spPr>
      </p:pic>
    </p:spTree>
    <p:extLst>
      <p:ext uri="{BB962C8B-B14F-4D97-AF65-F5344CB8AC3E}">
        <p14:creationId xmlns:p14="http://schemas.microsoft.com/office/powerpoint/2010/main" val="2204156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01B62-C4EC-6325-482F-9F5853D1735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67A7916-593E-52D3-9A53-D330CD699E5A}"/>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artisticLightScreen/>
                    </a14:imgEffect>
                  </a14:imgLayer>
                </a14:imgProps>
              </a:ext>
              <a:ext uri="{28A0092B-C50C-407E-A947-70E740481C1C}">
                <a14:useLocalDpi xmlns:a14="http://schemas.microsoft.com/office/drawing/2010/main" val="0"/>
              </a:ext>
            </a:extLst>
          </a:blip>
          <a:stretch>
            <a:fillRect/>
          </a:stretch>
        </p:blipFill>
        <p:spPr>
          <a:xfrm>
            <a:off x="2" y="12180"/>
            <a:ext cx="12192000" cy="6817817"/>
          </a:xfrm>
          <a:prstGeom prst="rect">
            <a:avLst/>
          </a:prstGeom>
        </p:spPr>
      </p:pic>
      <p:sp>
        <p:nvSpPr>
          <p:cNvPr id="2" name="TextBox 1">
            <a:extLst>
              <a:ext uri="{FF2B5EF4-FFF2-40B4-BE49-F238E27FC236}">
                <a16:creationId xmlns:a16="http://schemas.microsoft.com/office/drawing/2014/main" id="{A36EE0F2-1AEA-17AB-802B-D3CF5624275D}"/>
              </a:ext>
            </a:extLst>
          </p:cNvPr>
          <p:cNvSpPr txBox="1"/>
          <p:nvPr/>
        </p:nvSpPr>
        <p:spPr>
          <a:xfrm>
            <a:off x="4624086" y="2921168"/>
            <a:ext cx="2943828" cy="1015663"/>
          </a:xfrm>
          <a:prstGeom prst="rect">
            <a:avLst/>
          </a:prstGeom>
          <a:noFill/>
        </p:spPr>
        <p:txBody>
          <a:bodyPr wrap="square" rtlCol="0">
            <a:spAutoFit/>
          </a:bodyPr>
          <a:lstStyle/>
          <a:p>
            <a:r>
              <a:rPr lang="en-US" sz="6000" dirty="0">
                <a:solidFill>
                  <a:srgbClr val="B165FB"/>
                </a:solidFill>
                <a:latin typeface="Agency FB" panose="020B0503020202020204" pitchFamily="34" charset="0"/>
              </a:rPr>
              <a:t>THANK YOU</a:t>
            </a:r>
            <a:endParaRPr lang="en-IN" sz="6000" dirty="0">
              <a:solidFill>
                <a:srgbClr val="B165FB"/>
              </a:solidFill>
              <a:latin typeface="Agency FB" panose="020B0503020202020204" pitchFamily="34" charset="0"/>
            </a:endParaRPr>
          </a:p>
        </p:txBody>
      </p:sp>
    </p:spTree>
    <p:extLst>
      <p:ext uri="{BB962C8B-B14F-4D97-AF65-F5344CB8AC3E}">
        <p14:creationId xmlns:p14="http://schemas.microsoft.com/office/powerpoint/2010/main" val="2634974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30</TotalTime>
  <Words>378</Words>
  <Application>Microsoft Office PowerPoint</Application>
  <PresentationFormat>Widescreen</PresentationFormat>
  <Paragraphs>57</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Agency FB</vt:lpstr>
      <vt:lpstr>Arial</vt:lpstr>
      <vt:lpstr>Bahnschrift</vt:lpstr>
      <vt:lpstr>Calibri</vt:lpstr>
      <vt:lpstr>Calibri Light</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Mahit Agrawal</dc:creator>
  <cp:lastModifiedBy>Mahit Agrawal</cp:lastModifiedBy>
  <cp:revision>1</cp:revision>
  <dcterms:created xsi:type="dcterms:W3CDTF">2026-03-31T15:41:44Z</dcterms:created>
  <dcterms:modified xsi:type="dcterms:W3CDTF">2026-03-31T16:11:51Z</dcterms:modified>
</cp:coreProperties>
</file>